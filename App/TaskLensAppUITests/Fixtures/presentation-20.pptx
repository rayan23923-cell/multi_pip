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7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6600" lang="ar-SA">
                <a:solidFill>
                  <a:srgbClr val="FFFFFF"/>
                </a:solidFill>
                <a:latin typeface="Arial"/>
              </a:rPr>
              <a:t>مرحبا بكم في 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C4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6600" lang="ar-SA">
                <a:solidFill>
                  <a:srgbClr val="FFFFFF"/>
                </a:solidFill>
                <a:latin typeface="Arial"/>
              </a:rPr>
              <a:t>TaskLens — عرض تقديمي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B4F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A2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2D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80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FD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5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B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8F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E2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D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C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4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69E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2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7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CF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A5A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600">
                <a:solidFill>
                  <a:srgbClr val="FFFFFF"/>
                </a:solidFill>
                <a:latin typeface="Arial"/>
              </a:rPr>
              <a:t>Slide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