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lang="ar-SA">
                <a:latin typeface="Arial"/>
              </a:rPr>
              <a:t>مرحبا بكم في العرض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lang="ar-SA">
                <a:latin typeface="Arial"/>
              </a:rPr>
              <a:t>هذا عرض تقديمي باللغة العربية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lang="ar-SA">
                <a:latin typeface="Arial"/>
              </a:rPr>
              <a:t>TaskLens — عرض تقديمي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lang="ar-SA">
                <a:latin typeface="Arial"/>
              </a:rPr>
              <a:t>عرض تقديمي من TaskLens باللغتين.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600" lang="ar-SA">
                <a:latin typeface="Arial"/>
              </a:rPr>
              <a:t>الاجتماع (الأول) يوم 2026/10/04 الساعة 10:30، مع فريق Design؛ الميزانية ١٢٬٥٠٠ ريال!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lang="ar-SA">
                <a:latin typeface="Arial"/>
              </a:rPr>
              <a:t>هل الموعد مناسب؟ «نعم» أو «لا» — والرقم 42.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>
                <a:latin typeface="Arial"/>
              </a:rPr>
              <a:t>Mixed: التقرير السنوي (Annual Report) is due on 15 March — ١٥ مارس.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000" lang="ar-SA">
                <a:latin typeface="Arial"/>
              </a:rPr>
              <a:t>خطوات: ١) الإعداد ٢) المراجعة ٣) النشر.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