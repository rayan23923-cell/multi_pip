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shapes 1 of 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766560" y="2743200"/>
            <a:ext cx="1463040" cy="1463040"/>
          </a:xfrm>
          <a:prstGeom prst="ellipse">
            <a:avLst/>
          </a:prstGeom>
          <a:solidFill>
            <a:srgbClr val="D124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8503920" y="2743200"/>
            <a:ext cx="1463040" cy="1463040"/>
          </a:xfrm>
          <a:prstGeom prst="rightArrow">
            <a:avLst/>
          </a:prstGeom>
          <a:solidFill>
            <a:srgbClr val="1A7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241280" y="2743200"/>
            <a:ext cx="1463040" cy="1463040"/>
          </a:xfrm>
          <a:prstGeom prst="star5">
            <a:avLst/>
          </a:prstGeom>
          <a:solidFill>
            <a:srgbClr val="8250D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shapes 2 of 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766560" y="2743200"/>
            <a:ext cx="1463040" cy="1463040"/>
          </a:xfrm>
          <a:prstGeom prst="ellipse">
            <a:avLst/>
          </a:prstGeom>
          <a:solidFill>
            <a:srgbClr val="1A7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8503920" y="2743200"/>
            <a:ext cx="1463040" cy="1463040"/>
          </a:xfrm>
          <a:prstGeom prst="rightArrow">
            <a:avLst/>
          </a:prstGeom>
          <a:solidFill>
            <a:srgbClr val="8250D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241280" y="2743200"/>
            <a:ext cx="1463040" cy="1463040"/>
          </a:xfrm>
          <a:prstGeom prst="star5">
            <a:avLst/>
          </a:prstGeom>
          <a:solidFill>
            <a:srgbClr val="BF8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shapes 3 of 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766560" y="2743200"/>
            <a:ext cx="1463040" cy="1463040"/>
          </a:xfrm>
          <a:prstGeom prst="ellipse">
            <a:avLst/>
          </a:prstGeom>
          <a:solidFill>
            <a:srgbClr val="8250D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8503920" y="2743200"/>
            <a:ext cx="1463040" cy="1463040"/>
          </a:xfrm>
          <a:prstGeom prst="rightArrow">
            <a:avLst/>
          </a:prstGeom>
          <a:solidFill>
            <a:srgbClr val="BF8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241280" y="2743200"/>
            <a:ext cx="1463040" cy="1463040"/>
          </a:xfrm>
          <a:prstGeom prst="star5">
            <a:avLst/>
          </a:prstGeom>
          <a:solidFill>
            <a:srgbClr val="0A30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shapes 4 of 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766560" y="2743200"/>
            <a:ext cx="1463040" cy="1463040"/>
          </a:xfrm>
          <a:prstGeom prst="ellipse">
            <a:avLst/>
          </a:prstGeom>
          <a:solidFill>
            <a:srgbClr val="BF8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8503920" y="2743200"/>
            <a:ext cx="1463040" cy="1463040"/>
          </a:xfrm>
          <a:prstGeom prst="rightArrow">
            <a:avLst/>
          </a:prstGeom>
          <a:solidFill>
            <a:srgbClr val="0A30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241280" y="2743200"/>
            <a:ext cx="1463040" cy="1463040"/>
          </a:xfrm>
          <a:prstGeom prst="star5">
            <a:avLst/>
          </a:prstGeom>
          <a:solidFill>
            <a:srgbClr val="1F6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shapes 5 of 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766560" y="2743200"/>
            <a:ext cx="1463040" cy="1463040"/>
          </a:xfrm>
          <a:prstGeom prst="ellipse">
            <a:avLst/>
          </a:prstGeom>
          <a:solidFill>
            <a:srgbClr val="0A30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8503920" y="2743200"/>
            <a:ext cx="1463040" cy="1463040"/>
          </a:xfrm>
          <a:prstGeom prst="rightArrow">
            <a:avLst/>
          </a:prstGeom>
          <a:solidFill>
            <a:srgbClr val="1F6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241280" y="2743200"/>
            <a:ext cx="1463040" cy="1463040"/>
          </a:xfrm>
          <a:prstGeom prst="star5">
            <a:avLst/>
          </a:prstGeom>
          <a:solidFill>
            <a:srgbClr val="D124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shapes 6 of 6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766560" y="2743200"/>
            <a:ext cx="1463040" cy="1463040"/>
          </a:xfrm>
          <a:prstGeom prst="ellipse">
            <a:avLst/>
          </a:prstGeom>
          <a:solidFill>
            <a:srgbClr val="1F6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8503920" y="2743200"/>
            <a:ext cx="1463040" cy="1463040"/>
          </a:xfrm>
          <a:prstGeom prst="rightArrow">
            <a:avLst/>
          </a:prstGeom>
          <a:solidFill>
            <a:srgbClr val="D124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241280" y="2743200"/>
            <a:ext cx="1463040" cy="1463040"/>
          </a:xfrm>
          <a:prstGeom prst="star5">
            <a:avLst/>
          </a:prstGeom>
          <a:solidFill>
            <a:srgbClr val="1A7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