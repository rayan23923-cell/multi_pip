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01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0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0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04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05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06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07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08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09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10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11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1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13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14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15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16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17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18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19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20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21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2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23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24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25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26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27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28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29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30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31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3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33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34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35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36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37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38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39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40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41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4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43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44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45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46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47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48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49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50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51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52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53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54" Type="http://schemas.openxmlformats.org/officeDocument/2006/relationships/image" Target="../media/image5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55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56" Type="http://schemas.openxmlformats.org/officeDocument/2006/relationships/image" Target="../media/image56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57" Type="http://schemas.openxmlformats.org/officeDocument/2006/relationships/image" Target="../media/image57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58" Type="http://schemas.openxmlformats.org/officeDocument/2006/relationships/image" Target="../media/image58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59" Type="http://schemas.openxmlformats.org/officeDocument/2006/relationships/image" Target="../media/image5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60" Type="http://schemas.openxmlformats.org/officeDocument/2006/relationships/image" Target="../media/image6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61" Type="http://schemas.openxmlformats.org/officeDocument/2006/relationships/image" Target="../media/image6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62" Type="http://schemas.openxmlformats.org/officeDocument/2006/relationships/image" Target="../media/image62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63" Type="http://schemas.openxmlformats.org/officeDocument/2006/relationships/image" Target="../media/image6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64" Type="http://schemas.openxmlformats.org/officeDocument/2006/relationships/image" Target="../media/image64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65" Type="http://schemas.openxmlformats.org/officeDocument/2006/relationships/image" Target="../media/image65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66" Type="http://schemas.openxmlformats.org/officeDocument/2006/relationships/image" Target="../media/image66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67" Type="http://schemas.openxmlformats.org/officeDocument/2006/relationships/image" Target="../media/image67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68" Type="http://schemas.openxmlformats.org/officeDocument/2006/relationships/image" Target="../media/image68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69" Type="http://schemas.openxmlformats.org/officeDocument/2006/relationships/image" Target="../media/image69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70" Type="http://schemas.openxmlformats.org/officeDocument/2006/relationships/image" Target="../media/image70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71" Type="http://schemas.openxmlformats.org/officeDocument/2006/relationships/image" Target="../media/image7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72" Type="http://schemas.openxmlformats.org/officeDocument/2006/relationships/image" Target="../media/image72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73" Type="http://schemas.openxmlformats.org/officeDocument/2006/relationships/image" Target="../media/image73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74" Type="http://schemas.openxmlformats.org/officeDocument/2006/relationships/image" Target="../media/image74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75" Type="http://schemas.openxmlformats.org/officeDocument/2006/relationships/image" Target="../media/image7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76" Type="http://schemas.openxmlformats.org/officeDocument/2006/relationships/image" Target="../media/image76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77" Type="http://schemas.openxmlformats.org/officeDocument/2006/relationships/image" Target="../media/image77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78" Type="http://schemas.openxmlformats.org/officeDocument/2006/relationships/image" Target="../media/image78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79" Type="http://schemas.openxmlformats.org/officeDocument/2006/relationships/image" Target="../media/image79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180" Type="http://schemas.openxmlformats.org/officeDocument/2006/relationships/image" Target="../media/image8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1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2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3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4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5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05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6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06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7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07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8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08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9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09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10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10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11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11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12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1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13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13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14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14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15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15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16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16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17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17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18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18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19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19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20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20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21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21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22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2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23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23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24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24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25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25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26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26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27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27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28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28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29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29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30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30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31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31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32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3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33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33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34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34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35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35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36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36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37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37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38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38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39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39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40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40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41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41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42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4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43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43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44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44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45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45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46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46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47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47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48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48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49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49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50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50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51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51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52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5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53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53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54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54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55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55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56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56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57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57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58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58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59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59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60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60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61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61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62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6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63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63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64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64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65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65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66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66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67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67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68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68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69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69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70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70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71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71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72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72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73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73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74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74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75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75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76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76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77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77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78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78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79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79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deck slide 80 of 80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180"/>
          <a:stretch>
            <a:fillRect/>
          </a:stretch>
        </p:blipFill>
        <p:spPr>
          <a:xfrm>
            <a:off x="2286000" y="1463040"/>
            <a:ext cx="7589520" cy="42691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