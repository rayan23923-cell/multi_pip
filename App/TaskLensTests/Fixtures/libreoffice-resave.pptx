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notesSlides/_rels/notesSlide1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Sales</c:v>
                </c:pt>
              </c:strCache>
            </c:strRef>
          </c:tx>
          <c:spPr>
            <a:solidFill>
              <a:srgbClr val="4f81bd"/>
            </a:solidFill>
            <a:ln w="0">
              <a:noFill/>
            </a:ln>
          </c:spPr>
          <c:invertIfNegative val="0"/>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Jan</c:v>
                </c:pt>
                <c:pt idx="1">
                  <c:v>Feb</c:v>
                </c:pt>
                <c:pt idx="2">
                  <c:v>Mar</c:v>
                </c:pt>
                <c:pt idx="3">
                  <c:v>Apr</c:v>
                </c:pt>
              </c:strCache>
            </c:strRef>
          </c:cat>
          <c:val>
            <c:numRef>
              <c:f>0</c:f>
              <c:numCache>
                <c:formatCode>General</c:formatCode>
                <c:ptCount val="4"/>
                <c:pt idx="0">
                  <c:v>12</c:v>
                </c:pt>
                <c:pt idx="1">
                  <c:v>19</c:v>
                </c:pt>
                <c:pt idx="2">
                  <c:v>7</c:v>
                </c:pt>
                <c:pt idx="3">
                  <c:v>24</c:v>
                </c:pt>
              </c:numCache>
            </c:numRef>
          </c:val>
        </c:ser>
        <c:ser>
          <c:idx val="1"/>
          <c:order val="1"/>
          <c:tx>
            <c:strRef>
              <c:f>label 1</c:f>
              <c:strCache>
                <c:ptCount val="1"/>
                <c:pt idx="0">
                  <c:v>Costs</c:v>
                </c:pt>
              </c:strCache>
            </c:strRef>
          </c:tx>
          <c:spPr>
            <a:solidFill>
              <a:srgbClr val="c0504d"/>
            </a:solidFill>
            <a:ln w="0">
              <a:noFill/>
            </a:ln>
          </c:spPr>
          <c:invertIfNegative val="0"/>
          <c:dLbls>
            <c:txPr>
              <a:bodyPr wrap="none"/>
              <a:lstStyle/>
              <a:p>
                <a:pPr>
                  <a:defRPr b="0" sz="1000" spc="-1" strike="noStrike">
                    <a:solidFill>
                      <a:srgbClr val="000000"/>
                    </a:solidFill>
                    <a:latin typeface="Arial"/>
                  </a:defRPr>
                </a:pPr>
              </a:p>
            </c:txPr>
            <c:showLegendKey val="0"/>
            <c:showVal val="0"/>
            <c:showCatName val="0"/>
            <c:showSerName val="0"/>
            <c:showPercent val="0"/>
            <c:separator> </c:separator>
            <c:showLeaderLines val="1"/>
            <c:extLst>
              <c:ext xmlns:c15="http://schemas.microsoft.com/office/drawing/2012/chart" uri="{CE6537A1-D6FC-4f65-9D91-7224C49458BB}">
                <c15:showLeaderLines val="1"/>
              </c:ext>
            </c:extLst>
          </c:dLbls>
          <c:cat>
            <c:strRef>
              <c:f>categories</c:f>
              <c:strCache>
                <c:ptCount val="4"/>
                <c:pt idx="0">
                  <c:v>Jan</c:v>
                </c:pt>
                <c:pt idx="1">
                  <c:v>Feb</c:v>
                </c:pt>
                <c:pt idx="2">
                  <c:v>Mar</c:v>
                </c:pt>
                <c:pt idx="3">
                  <c:v>Apr</c:v>
                </c:pt>
              </c:strCache>
            </c:strRef>
          </c:cat>
          <c:val>
            <c:numRef>
              <c:f>1</c:f>
              <c:numCache>
                <c:formatCode>General</c:formatCode>
                <c:ptCount val="4"/>
                <c:pt idx="0">
                  <c:v>8</c:v>
                </c:pt>
                <c:pt idx="1">
                  <c:v>11</c:v>
                </c:pt>
                <c:pt idx="2">
                  <c:v>9</c:v>
                </c:pt>
                <c:pt idx="3">
                  <c:v>13</c:v>
                </c:pt>
              </c:numCache>
            </c:numRef>
          </c:val>
        </c:ser>
        <c:gapWidth val="150"/>
        <c:overlap val="0"/>
        <c:axId val="98904594"/>
        <c:axId val="23517597"/>
      </c:barChart>
      <c:catAx>
        <c:axId val="98904594"/>
        <c:scaling>
          <c:orientation val="minMax"/>
        </c:scaling>
        <c:delete val="0"/>
        <c:axPos val="b"/>
        <c:numFmt formatCode="[$-409]mm/dd/yyyy" sourceLinked="1"/>
        <c:majorTickMark val="out"/>
        <c:minorTickMark val="none"/>
        <c:tickLblPos val="nextTo"/>
        <c:spPr>
          <a:ln w="9360">
            <a:solidFill>
              <a:srgbClr val="878787"/>
            </a:solidFill>
            <a:round/>
          </a:ln>
        </c:spPr>
        <c:txPr>
          <a:bodyPr/>
          <a:lstStyle/>
          <a:p>
            <a:pPr>
              <a:defRPr b="0" sz="1800" spc="-1" strike="noStrike">
                <a:solidFill>
                  <a:srgbClr val="000000"/>
                </a:solidFill>
                <a:latin typeface="Calibri"/>
              </a:defRPr>
            </a:pPr>
          </a:p>
        </c:txPr>
        <c:crossAx val="23517597"/>
        <c:crosses val="autoZero"/>
        <c:auto val="1"/>
        <c:lblAlgn val="ctr"/>
        <c:lblOffset val="100"/>
        <c:noMultiLvlLbl val="0"/>
      </c:catAx>
      <c:valAx>
        <c:axId val="23517597"/>
        <c:scaling>
          <c:orientation val="minMax"/>
        </c:scaling>
        <c:delete val="0"/>
        <c:axPos val="l"/>
        <c:majorGridlines>
          <c:spPr>
            <a:ln w="9360">
              <a:solidFill>
                <a:srgbClr val="878787"/>
              </a:solidFill>
              <a:round/>
            </a:ln>
          </c:spPr>
        </c:majorGridlines>
        <c:numFmt formatCode="General" sourceLinked="1"/>
        <c:majorTickMark val="out"/>
        <c:minorTickMark val="none"/>
        <c:tickLblPos val="nextTo"/>
        <c:spPr>
          <a:ln w="9360">
            <a:solidFill>
              <a:srgbClr val="878787"/>
            </a:solidFill>
            <a:round/>
          </a:ln>
        </c:spPr>
        <c:txPr>
          <a:bodyPr/>
          <a:lstStyle/>
          <a:p>
            <a:pPr>
              <a:defRPr b="0" sz="1800" spc="-1" strike="noStrike">
                <a:solidFill>
                  <a:srgbClr val="000000"/>
                </a:solidFill>
                <a:latin typeface="Calibri"/>
              </a:defRPr>
            </a:pPr>
          </a:p>
        </c:txPr>
        <c:crossAx val="98904594"/>
        <c:crosses val="autoZero"/>
        <c:crossBetween val="between"/>
      </c:valAx>
      <c:spPr>
        <a:noFill/>
        <a:ln w="0">
          <a:noFill/>
        </a:ln>
      </c:spPr>
    </c:plotArea>
    <c:plotVisOnly val="1"/>
    <c:dispBlanksAs val="gap"/>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15A81DC-749D-46B9-AA0E-327D5FC6ECA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1143000" y="685800"/>
            <a:ext cx="4571640" cy="3428640"/>
          </a:xfrm>
          <a:prstGeom prst="rect">
            <a:avLst/>
          </a:prstGeom>
          <a:ln w="0">
            <a:noFill/>
          </a:ln>
        </p:spPr>
      </p:sp>
      <p:sp>
        <p:nvSpPr>
          <p:cNvPr id="1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Speaker note on slide 1: check whether notes survive.</a:t>
            </a:r>
            <a:endParaRPr b="0" lang="en-US" sz="2000" spc="-1" strike="noStrike">
              <a:solidFill>
                <a:srgbClr val="000000"/>
              </a:solidFill>
              <a:latin typeface="Arial"/>
            </a:endParaRPr>
          </a:p>
        </p:txBody>
      </p:sp>
      <p:sp>
        <p:nvSpPr>
          <p:cNvPr id="164"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36FED4D-1197-4941-84E4-2C9AEE97F1B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1143000" y="685800"/>
            <a:ext cx="4571640" cy="3428640"/>
          </a:xfrm>
          <a:prstGeom prst="rect">
            <a:avLst/>
          </a:prstGeom>
          <a:ln w="0">
            <a:noFill/>
          </a:ln>
        </p:spPr>
      </p:sp>
      <p:sp>
        <p:nvSpPr>
          <p:cNvPr id="1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Speaker note on slide 12. </a:t>
            </a:r>
            <a:r>
              <a:rPr b="0" lang="hi-IN" sz="2000" spc="-1" strike="noStrike">
                <a:solidFill>
                  <a:srgbClr val="000000"/>
                </a:solidFill>
                <a:latin typeface="Arial"/>
              </a:rPr>
              <a:t>ملاحظة المتحدث بالعربية</a:t>
            </a:r>
            <a:r>
              <a:rPr b="0" lang="en-US" sz="2000" spc="-1" strike="noStrike">
                <a:solidFill>
                  <a:srgbClr val="000000"/>
                </a:solidFill>
                <a:latin typeface="Arial"/>
              </a:rPr>
              <a:t>.</a:t>
            </a:r>
            <a:endParaRPr b="0" lang="en-US" sz="2000" spc="-1" strike="noStrike">
              <a:solidFill>
                <a:srgbClr val="000000"/>
              </a:solidFill>
              <a:latin typeface="Arial"/>
            </a:endParaRPr>
          </a:p>
        </p:txBody>
      </p:sp>
      <p:sp>
        <p:nvSpPr>
          <p:cNvPr id="167"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4AB92A9-B207-42C9-B64B-A9CF38B7123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7DD3CF74-3805-4DE2-85E7-7082CAD89D8D}"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CE322BE8-058C-445A-8AE5-286D257E4452}"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E62BDB3-1631-4D64-BA5F-ED34348527BF}"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C0448DE-0D7B-4CB4-81B8-415D9400A603}"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662BABF-3D78-4E40-8C7F-D667782F5EBC}"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436380AF-D66C-43AD-BDA3-C6B44E1418E3}"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EFC2FC44-0A75-4DFA-B5FD-F618AEC6277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E768AD4-7B2F-4218-815A-02B2C83C665B}"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DFCF6D9F-1052-4187-856B-3E54C24B2EC5}"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05BDEEA6-9F05-4184-822A-DC1B481D1667}"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F19C0610-9768-4976-A593-B1C2BA5A7A89}"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233AB4F-1903-48D5-8C47-DD8A76252BB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DADEDF2-6BFA-4083-8561-3B76310B1CF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19ABE8E-BE77-437A-835B-E2B3075AF48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9E9AF3D-BB54-41C4-880C-5829605FEDD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B08DB33-DCDD-40A4-9A03-C02DB1A26BB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394622B-FF38-4748-B059-5F251B01A79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25FCA8A-CE18-4EAB-B9DC-9FC7D0B9DB2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C9E252-18B0-416B-8893-E5999D65652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7556ACA-A74B-4D95-B7CA-4B838A74571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17683B5-D4EC-44B3-AAC8-5CF853C26B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D281166-5063-4B36-821E-B1A25AD0E31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hyperlink" Target="https://example.com" TargetMode="External"/><Relationship Id="rId2"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1. Text</a:t>
            </a:r>
            <a:endParaRPr b="0" lang="en-US" sz="3600" spc="-1" strike="noStrike">
              <a:solidFill>
                <a:srgbClr val="000000"/>
              </a:solidFill>
              <a:latin typeface="Arial"/>
            </a:endParaRPr>
          </a:p>
        </p:txBody>
      </p:sp>
      <p:sp>
        <p:nvSpPr>
          <p:cNvPr id="74" name="TextBox 2"/>
          <p:cNvSpPr/>
          <p:nvPr/>
        </p:nvSpPr>
        <p:spPr>
          <a:xfrm>
            <a:off x="457200" y="1463040"/>
            <a:ext cx="109724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rgbClr val="000000"/>
                </a:solidFill>
                <a:latin typeface="Calibri"/>
              </a:rPr>
              <a:t>TaskLens PowerPoint audit. Plain text in Calibri, 28 pt.</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2. Multiple fonts</a:t>
            </a:r>
            <a:endParaRPr b="0" lang="en-US" sz="3600" spc="-1" strike="noStrike">
              <a:solidFill>
                <a:srgbClr val="000000"/>
              </a:solidFill>
              <a:latin typeface="Arial"/>
            </a:endParaRPr>
          </a:p>
        </p:txBody>
      </p:sp>
      <p:sp>
        <p:nvSpPr>
          <p:cNvPr id="76" name="TextBox 2"/>
          <p:cNvSpPr/>
          <p:nvPr/>
        </p:nvSpPr>
        <p:spPr>
          <a:xfrm>
            <a:off x="457200" y="1280160"/>
            <a:ext cx="109724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rgbClr val="000000"/>
                </a:solidFill>
                <a:latin typeface="Calibri"/>
              </a:rPr>
              <a:t>Calibri 28 pt — The quick brown fox 0123456789</a:t>
            </a:r>
            <a:endParaRPr b="0" lang="en-US" sz="2800" spc="-1" strike="noStrike">
              <a:solidFill>
                <a:srgbClr val="000000"/>
              </a:solidFill>
              <a:latin typeface="Arial"/>
            </a:endParaRPr>
          </a:p>
        </p:txBody>
      </p:sp>
      <p:sp>
        <p:nvSpPr>
          <p:cNvPr id="77" name="TextBox 3"/>
          <p:cNvSpPr/>
          <p:nvPr/>
        </p:nvSpPr>
        <p:spPr>
          <a:xfrm>
            <a:off x="457200" y="2103120"/>
            <a:ext cx="109724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rgbClr val="000000"/>
                </a:solidFill>
                <a:latin typeface="Times New Roman"/>
              </a:rPr>
              <a:t>Times New Roman 28 pt — The quick brown fox 0123456789</a:t>
            </a:r>
            <a:endParaRPr b="0" lang="en-US" sz="2800" spc="-1" strike="noStrike">
              <a:solidFill>
                <a:srgbClr val="000000"/>
              </a:solidFill>
              <a:latin typeface="Arial"/>
            </a:endParaRPr>
          </a:p>
        </p:txBody>
      </p:sp>
      <p:sp>
        <p:nvSpPr>
          <p:cNvPr id="78" name="TextBox 4"/>
          <p:cNvSpPr/>
          <p:nvPr/>
        </p:nvSpPr>
        <p:spPr>
          <a:xfrm>
            <a:off x="457200" y="2926080"/>
            <a:ext cx="109724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400" spc="-1" strike="noStrike">
                <a:solidFill>
                  <a:srgbClr val="000000"/>
                </a:solidFill>
                <a:latin typeface="Courier New"/>
              </a:rPr>
              <a:t>Courier New 24 pt — The quick brown fox 0123456789</a:t>
            </a:r>
            <a:endParaRPr b="0" lang="en-US" sz="2400" spc="-1" strike="noStrike">
              <a:solidFill>
                <a:srgbClr val="000000"/>
              </a:solidFill>
              <a:latin typeface="Arial"/>
            </a:endParaRPr>
          </a:p>
        </p:txBody>
      </p:sp>
      <p:sp>
        <p:nvSpPr>
          <p:cNvPr id="79" name="TextBox 5"/>
          <p:cNvSpPr/>
          <p:nvPr/>
        </p:nvSpPr>
        <p:spPr>
          <a:xfrm>
            <a:off x="457200" y="3749040"/>
            <a:ext cx="10972440" cy="48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600" spc="-1" strike="noStrike">
                <a:solidFill>
                  <a:srgbClr val="000000"/>
                </a:solidFill>
                <a:latin typeface="Arial Black"/>
              </a:rPr>
              <a:t>Arial Black 26 pt — The quick brown fox 0123456789</a:t>
            </a:r>
            <a:endParaRPr b="0" lang="en-US" sz="2600" spc="-1" strike="noStrike">
              <a:solidFill>
                <a:srgbClr val="000000"/>
              </a:solidFill>
              <a:latin typeface="Arial"/>
            </a:endParaRPr>
          </a:p>
        </p:txBody>
      </p:sp>
      <p:sp>
        <p:nvSpPr>
          <p:cNvPr id="80" name="TextBox 6"/>
          <p:cNvSpPr/>
          <p:nvPr/>
        </p:nvSpPr>
        <p:spPr>
          <a:xfrm>
            <a:off x="457200" y="4572000"/>
            <a:ext cx="109724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3000" spc="-1" strike="noStrike">
                <a:solidFill>
                  <a:srgbClr val="000000"/>
                </a:solidFill>
                <a:latin typeface="Georgia"/>
              </a:rPr>
              <a:t>Georgia 30 pt — The quick brown fox 0123456789</a:t>
            </a:r>
            <a:endParaRPr b="0" lang="en-US" sz="3000" spc="-1" strike="noStrike">
              <a:solidFill>
                <a:srgbClr val="000000"/>
              </a:solidFill>
              <a:latin typeface="Arial"/>
            </a:endParaRPr>
          </a:p>
        </p:txBody>
      </p:sp>
      <p:sp>
        <p:nvSpPr>
          <p:cNvPr id="81" name="TextBox 7"/>
          <p:cNvSpPr/>
          <p:nvPr/>
        </p:nvSpPr>
        <p:spPr>
          <a:xfrm>
            <a:off x="457200" y="5394960"/>
            <a:ext cx="10972440" cy="51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800" spc="-1" strike="noStrike">
                <a:solidFill>
                  <a:srgbClr val="000000"/>
                </a:solidFill>
                <a:latin typeface="Helvetica Neue"/>
              </a:rPr>
              <a:t>Helvetica Neue 28 pt — The quick brown fox 0123456789</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3. Images</a:t>
            </a:r>
            <a:endParaRPr b="0" lang="en-US" sz="3600" spc="-1" strike="noStrike">
              <a:solidFill>
                <a:srgbClr val="000000"/>
              </a:solidFill>
              <a:latin typeface="Arial"/>
            </a:endParaRPr>
          </a:p>
        </p:txBody>
      </p:sp>
      <p:pic>
        <p:nvPicPr>
          <p:cNvPr id="83" name="Picture 2" descr="image.png"/>
          <p:cNvPicPr/>
          <p:nvPr/>
        </p:nvPicPr>
        <p:blipFill>
          <a:blip r:embed="rId1"/>
          <a:stretch/>
        </p:blipFill>
        <p:spPr>
          <a:xfrm>
            <a:off x="457200" y="1463040"/>
            <a:ext cx="3657240" cy="2742840"/>
          </a:xfrm>
          <a:prstGeom prst="rect">
            <a:avLst/>
          </a:prstGeom>
          <a:ln w="0">
            <a:noFill/>
          </a:ln>
        </p:spPr>
      </p:pic>
      <p:pic>
        <p:nvPicPr>
          <p:cNvPr id="84" name="Picture 3" descr="image.png"/>
          <p:cNvPicPr/>
          <p:nvPr/>
        </p:nvPicPr>
        <p:blipFill>
          <a:blip r:embed="rId2"/>
          <a:stretch/>
        </p:blipFill>
        <p:spPr>
          <a:xfrm>
            <a:off x="4297680" y="1463040"/>
            <a:ext cx="3657240" cy="2742840"/>
          </a:xfrm>
          <a:prstGeom prst="rect">
            <a:avLst/>
          </a:prstGeom>
          <a:ln w="0">
            <a:noFill/>
          </a:ln>
        </p:spPr>
      </p:pic>
      <p:pic>
        <p:nvPicPr>
          <p:cNvPr id="85" name="Picture 4" descr="image.png"/>
          <p:cNvPicPr/>
          <p:nvPr/>
        </p:nvPicPr>
        <p:blipFill>
          <a:blip r:embed="rId3"/>
          <a:stretch/>
        </p:blipFill>
        <p:spPr>
          <a:xfrm>
            <a:off x="8138160" y="1463040"/>
            <a:ext cx="3657240" cy="274284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4. Shapes</a:t>
            </a:r>
            <a:endParaRPr b="0" lang="en-US" sz="3600" spc="-1" strike="noStrike">
              <a:solidFill>
                <a:srgbClr val="000000"/>
              </a:solidFill>
              <a:latin typeface="Arial"/>
            </a:endParaRPr>
          </a:p>
        </p:txBody>
      </p:sp>
      <p:sp>
        <p:nvSpPr>
          <p:cNvPr id="87" name="Rectangle 2"/>
          <p:cNvSpPr/>
          <p:nvPr/>
        </p:nvSpPr>
        <p:spPr>
          <a:xfrm>
            <a:off x="457200" y="1463040"/>
            <a:ext cx="3291480" cy="2194200"/>
          </a:xfrm>
          <a:prstGeom prst="rect">
            <a:avLst/>
          </a:prstGeom>
          <a:solidFill>
            <a:srgbClr val="0078ff"/>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RECTANGLE</a:t>
            </a:r>
            <a:endParaRPr b="0" lang="en-US" sz="1800" spc="-1" strike="noStrike">
              <a:solidFill>
                <a:srgbClr val="ffffff"/>
              </a:solidFill>
              <a:latin typeface="Arial"/>
            </a:endParaRPr>
          </a:p>
        </p:txBody>
      </p:sp>
      <p:sp>
        <p:nvSpPr>
          <p:cNvPr id="88" name="Oval 3"/>
          <p:cNvSpPr/>
          <p:nvPr/>
        </p:nvSpPr>
        <p:spPr>
          <a:xfrm>
            <a:off x="4297680" y="1463040"/>
            <a:ext cx="3291480" cy="2194200"/>
          </a:xfrm>
          <a:prstGeom prst="ellipse">
            <a:avLst/>
          </a:prstGeom>
          <a:solidFill>
            <a:srgbClr val="2878e1"/>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OVAL</a:t>
            </a:r>
            <a:endParaRPr b="0" lang="en-US" sz="1800" spc="-1" strike="noStrike">
              <a:solidFill>
                <a:srgbClr val="ffffff"/>
              </a:solidFill>
              <a:latin typeface="Arial"/>
            </a:endParaRPr>
          </a:p>
        </p:txBody>
      </p:sp>
      <p:sp>
        <p:nvSpPr>
          <p:cNvPr id="89" name="Rounded Rectangle 4"/>
          <p:cNvSpPr/>
          <p:nvPr/>
        </p:nvSpPr>
        <p:spPr>
          <a:xfrm>
            <a:off x="8138160" y="1463040"/>
            <a:ext cx="3291480" cy="2194200"/>
          </a:xfrm>
          <a:prstGeom prst="roundRect">
            <a:avLst>
              <a:gd name="adj" fmla="val 16667"/>
            </a:avLst>
          </a:prstGeom>
          <a:solidFill>
            <a:srgbClr val="5078c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ROUNDED_RECTANGLE</a:t>
            </a:r>
            <a:endParaRPr b="0" lang="en-US" sz="1800" spc="-1" strike="noStrike">
              <a:solidFill>
                <a:srgbClr val="ffffff"/>
              </a:solidFill>
              <a:latin typeface="Arial"/>
            </a:endParaRPr>
          </a:p>
        </p:txBody>
      </p:sp>
      <p:sp>
        <p:nvSpPr>
          <p:cNvPr id="90" name="Isosceles Triangle 5"/>
          <p:cNvSpPr/>
          <p:nvPr/>
        </p:nvSpPr>
        <p:spPr>
          <a:xfrm>
            <a:off x="457200" y="4023360"/>
            <a:ext cx="3291480" cy="2194200"/>
          </a:xfrm>
          <a:prstGeom prst="triangle">
            <a:avLst>
              <a:gd name="adj" fmla="val 50000"/>
            </a:avLst>
          </a:prstGeom>
          <a:solidFill>
            <a:srgbClr val="7878a5"/>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ISOSCELES_TRIANGLE</a:t>
            </a:r>
            <a:endParaRPr b="0" lang="en-US" sz="1800" spc="-1" strike="noStrike">
              <a:solidFill>
                <a:srgbClr val="ffffff"/>
              </a:solidFill>
              <a:latin typeface="Arial"/>
            </a:endParaRPr>
          </a:p>
        </p:txBody>
      </p:sp>
      <p:sp>
        <p:nvSpPr>
          <p:cNvPr id="91" name="Right Arrow 6"/>
          <p:cNvSpPr/>
          <p:nvPr/>
        </p:nvSpPr>
        <p:spPr>
          <a:xfrm>
            <a:off x="4297680" y="4023360"/>
            <a:ext cx="3291480" cy="2194200"/>
          </a:xfrm>
          <a:prstGeom prst="rightArrow">
            <a:avLst>
              <a:gd name="adj1" fmla="val 50000"/>
              <a:gd name="adj2" fmla="val 50000"/>
            </a:avLst>
          </a:prstGeom>
          <a:solidFill>
            <a:srgbClr val="a07887"/>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RIGHT_ARROW</a:t>
            </a:r>
            <a:endParaRPr b="0" lang="en-US" sz="1800" spc="-1" strike="noStrike">
              <a:solidFill>
                <a:srgbClr val="ffffff"/>
              </a:solidFill>
              <a:latin typeface="Arial"/>
            </a:endParaRPr>
          </a:p>
        </p:txBody>
      </p:sp>
      <p:sp>
        <p:nvSpPr>
          <p:cNvPr id="92" name="5-Point Star 7"/>
          <p:cNvSpPr/>
          <p:nvPr/>
        </p:nvSpPr>
        <p:spPr>
          <a:xfrm>
            <a:off x="8138160" y="4023360"/>
            <a:ext cx="3291480" cy="2194200"/>
          </a:xfrm>
          <a:prstGeom prst="star5">
            <a:avLst>
              <a:gd name="adj" fmla="val 19098"/>
              <a:gd name="hf" fmla="val 105146"/>
              <a:gd name="vf" fmla="val 110557"/>
            </a:avLst>
          </a:prstGeom>
          <a:solidFill>
            <a:srgbClr val="c87869"/>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STAR_5_POINT</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5. Table</a:t>
            </a:r>
            <a:endParaRPr b="0" lang="en-US" sz="3600" spc="-1" strike="noStrike">
              <a:solidFill>
                <a:srgbClr val="000000"/>
              </a:solidFill>
              <a:latin typeface="Arial"/>
            </a:endParaRPr>
          </a:p>
        </p:txBody>
      </p:sp>
      <p:graphicFrame>
        <p:nvGraphicFramePr>
          <p:cNvPr id="94" name="Table 2"/>
          <p:cNvGraphicFramePr/>
          <p:nvPr/>
        </p:nvGraphicFramePr>
        <p:xfrm>
          <a:off x="457200" y="1463040"/>
          <a:ext cx="10972440" cy="3657600"/>
        </p:xfrm>
        <a:graphic>
          <a:graphicData uri="http://schemas.openxmlformats.org/drawingml/2006/table">
            <a:tbl>
              <a:tblPr/>
              <a:tblGrid>
                <a:gridCol w="2743200"/>
                <a:gridCol w="2743200"/>
                <a:gridCol w="2743200"/>
                <a:gridCol w="2743200"/>
              </a:tblGrid>
              <a:tr h="731520">
                <a:tc>
                  <a:txBody>
                    <a:bodyPr anchor="t">
                      <a:noAutofit/>
                    </a:bodyPr>
                    <a:p>
                      <a:pPr defTabSz="457200">
                        <a:lnSpc>
                          <a:spcPct val="100000"/>
                        </a:lnSpc>
                      </a:pPr>
                      <a:r>
                        <a:rPr b="0" lang="en-US" sz="1800" spc="-1" strike="noStrike">
                          <a:solidFill>
                            <a:srgbClr val="ffffff"/>
                          </a:solidFill>
                          <a:latin typeface="Calibri"/>
                        </a:rPr>
                        <a:t>Item</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0" lang="en-US" sz="1800" spc="-1" strike="noStrike">
                          <a:solidFill>
                            <a:srgbClr val="ffffff"/>
                          </a:solidFill>
                          <a:latin typeface="Calibri"/>
                        </a:rPr>
                        <a:t>Q1</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0" lang="en-US" sz="1800" spc="-1" strike="noStrike">
                          <a:solidFill>
                            <a:srgbClr val="ffffff"/>
                          </a:solidFill>
                          <a:latin typeface="Calibri"/>
                        </a:rPr>
                        <a:t>Q2</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457200">
                        <a:lnSpc>
                          <a:spcPct val="100000"/>
                        </a:lnSpc>
                      </a:pPr>
                      <a:r>
                        <a:rPr b="0" lang="en-US" sz="1800" spc="-1" strike="noStrike">
                          <a:solidFill>
                            <a:srgbClr val="ffffff"/>
                          </a:solidFill>
                          <a:latin typeface="Calibri"/>
                        </a:rPr>
                        <a:t>Q3</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731520">
                <a:tc>
                  <a:txBody>
                    <a:bodyPr anchor="t">
                      <a:noAutofit/>
                    </a:bodyPr>
                    <a:p>
                      <a:pPr defTabSz="457200">
                        <a:lnSpc>
                          <a:spcPct val="100000"/>
                        </a:lnSpc>
                      </a:pPr>
                      <a:r>
                        <a:rPr b="0" lang="en-US" sz="1800" spc="-1" strike="noStrike">
                          <a:solidFill>
                            <a:srgbClr val="000000"/>
                          </a:solidFill>
                          <a:latin typeface="Calibri"/>
                        </a:rPr>
                        <a:t>Row 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11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12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13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t">
                      <a:noAutofit/>
                    </a:bodyPr>
                    <a:p>
                      <a:pPr defTabSz="457200">
                        <a:lnSpc>
                          <a:spcPct val="100000"/>
                        </a:lnSpc>
                      </a:pPr>
                      <a:r>
                        <a:rPr b="0" lang="en-US" sz="1800" spc="-1" strike="noStrike">
                          <a:solidFill>
                            <a:srgbClr val="000000"/>
                          </a:solidFill>
                          <a:latin typeface="Calibri"/>
                        </a:rPr>
                        <a:t>Row 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21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22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23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731520">
                <a:tc>
                  <a:txBody>
                    <a:bodyPr anchor="t">
                      <a:noAutofit/>
                    </a:bodyPr>
                    <a:p>
                      <a:pPr defTabSz="457200">
                        <a:lnSpc>
                          <a:spcPct val="100000"/>
                        </a:lnSpc>
                      </a:pPr>
                      <a:r>
                        <a:rPr b="0" lang="en-US" sz="1800" spc="-1" strike="noStrike">
                          <a:solidFill>
                            <a:srgbClr val="000000"/>
                          </a:solidFill>
                          <a:latin typeface="Calibri"/>
                        </a:rPr>
                        <a:t>Row 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31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32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457200">
                        <a:lnSpc>
                          <a:spcPct val="100000"/>
                        </a:lnSpc>
                      </a:pPr>
                      <a:r>
                        <a:rPr b="0" lang="en-US" sz="1800" spc="-1" strike="noStrike">
                          <a:solidFill>
                            <a:srgbClr val="000000"/>
                          </a:solidFill>
                          <a:latin typeface="Calibri"/>
                        </a:rPr>
                        <a:t>33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731520">
                <a:tc>
                  <a:txBody>
                    <a:bodyPr anchor="t">
                      <a:noAutofit/>
                    </a:bodyPr>
                    <a:p>
                      <a:pPr defTabSz="457200">
                        <a:lnSpc>
                          <a:spcPct val="100000"/>
                        </a:lnSpc>
                      </a:pPr>
                      <a:r>
                        <a:rPr b="0" lang="en-US" sz="1800" spc="-1" strike="noStrike">
                          <a:solidFill>
                            <a:srgbClr val="000000"/>
                          </a:solidFill>
                          <a:latin typeface="Calibri"/>
                        </a:rPr>
                        <a:t>Row 4</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41</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42</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457200">
                        <a:lnSpc>
                          <a:spcPct val="100000"/>
                        </a:lnSpc>
                      </a:pPr>
                      <a:r>
                        <a:rPr b="0" lang="en-US" sz="1800" spc="-1" strike="noStrike">
                          <a:solidFill>
                            <a:srgbClr val="000000"/>
                          </a:solidFill>
                          <a:latin typeface="Calibri"/>
                        </a:rPr>
                        <a:t>43</a:t>
                      </a:r>
                      <a:endParaRPr b="0" lang="en-US" sz="18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6. Chart</a:t>
            </a:r>
            <a:endParaRPr b="0" lang="en-US" sz="3600" spc="-1" strike="noStrike">
              <a:solidFill>
                <a:srgbClr val="000000"/>
              </a:solidFill>
              <a:latin typeface="Arial"/>
            </a:endParaRPr>
          </a:p>
        </p:txBody>
      </p:sp>
      <p:graphicFrame>
        <p:nvGraphicFramePr>
          <p:cNvPr id="96" name="Chart 2"/>
          <p:cNvGraphicFramePr/>
          <p:nvPr/>
        </p:nvGraphicFramePr>
        <p:xfrm>
          <a:off x="457200" y="1280160"/>
          <a:ext cx="10972440" cy="512028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1e46"/>
        </a:solidFill>
      </p:bgPr>
    </p:bg>
    <p:spTree>
      <p:nvGrpSpPr>
        <p:cNvPr id="1" name=""/>
        <p:cNvGrpSpPr/>
        <p:nvPr/>
      </p:nvGrpSpPr>
      <p:grpSpPr>
        <a:xfrm>
          <a:off x="0" y="0"/>
          <a:ext cx="0" cy="0"/>
          <a:chOff x="0" y="0"/>
          <a:chExt cx="0" cy="0"/>
        </a:xfrm>
      </p:grpSpPr>
      <p:sp>
        <p:nvSpPr>
          <p:cNvPr id="97" name="TextBox 1"/>
          <p:cNvSpPr/>
          <p:nvPr/>
        </p:nvSpPr>
        <p:spPr>
          <a:xfrm>
            <a:off x="457200" y="274320"/>
            <a:ext cx="109724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ffffff"/>
                </a:solidFill>
                <a:latin typeface="Calibri"/>
              </a:rPr>
              <a:t>7. Dark background, white text</a:t>
            </a:r>
            <a:endParaRPr b="0" lang="en-US" sz="3600" spc="-1" strike="noStrike">
              <a:solidFill>
                <a:srgbClr val="ffffff"/>
              </a:solidFill>
              <a:latin typeface="Arial"/>
            </a:endParaRPr>
          </a:p>
        </p:txBody>
      </p:sp>
      <p:sp>
        <p:nvSpPr>
          <p:cNvPr id="98" name="Rectangle 2"/>
          <p:cNvSpPr/>
          <p:nvPr/>
        </p:nvSpPr>
        <p:spPr>
          <a:xfrm>
            <a:off x="0" y="5029200"/>
            <a:ext cx="12191400" cy="1828440"/>
          </a:xfrm>
          <a:prstGeom prst="rect">
            <a:avLst/>
          </a:prstGeom>
          <a:solidFill>
            <a:srgbClr val="fac82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8. Title and Content layout</a:t>
            </a:r>
            <a:endParaRPr b="0" lang="en-US" sz="4400" spc="-1" strike="noStrike">
              <a:solidFill>
                <a:schemeClr val="dk1"/>
              </a:solidFill>
              <a:latin typeface="Calibri"/>
            </a:endParaRPr>
          </a:p>
        </p:txBody>
      </p:sp>
      <p:sp>
        <p:nvSpPr>
          <p:cNvPr id="100" name="PlaceHolder 2"/>
          <p:cNvSpPr>
            <a:spLocks noGrp="1"/>
          </p:cNvSpPr>
          <p:nvPr>
            <p:ph/>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Bullet one</a:t>
            </a:r>
            <a:endParaRPr b="0" lang="en-US" sz="3200" spc="-1" strike="noStrike">
              <a:solidFill>
                <a:schemeClr val="dk1"/>
              </a:solidFill>
              <a:latin typeface="Calibri"/>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Bullet two</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Bullet three (level 2)</a:t>
            </a:r>
            <a:endParaRPr b="0" lang="en-US" sz="2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algn="r" defTabSz="457200" rtl="1">
              <a:lnSpc>
                <a:spcPct val="100000"/>
              </a:lnSpc>
            </a:pPr>
            <a:r>
              <a:rPr b="1" lang="ar-SA" sz="3600" spc="-1" strike="noStrike">
                <a:solidFill>
                  <a:srgbClr val="000000"/>
                </a:solidFill>
                <a:latin typeface="Arial"/>
                <a:cs typeface="Arial"/>
              </a:rPr>
              <a:t>٩</a:t>
            </a:r>
            <a:r>
              <a:rPr b="1" lang="en-US" sz="3600" spc="-1" strike="noStrike">
                <a:solidFill>
                  <a:srgbClr val="000000"/>
                </a:solidFill>
                <a:latin typeface="Arial"/>
              </a:rPr>
              <a:t>. نص عربي</a:t>
            </a:r>
            <a:endParaRPr b="0" lang="en-US" sz="3600" spc="-1" strike="noStrike">
              <a:solidFill>
                <a:srgbClr val="000000"/>
              </a:solidFill>
              <a:latin typeface="Arial"/>
            </a:endParaRPr>
          </a:p>
        </p:txBody>
      </p:sp>
      <p:sp>
        <p:nvSpPr>
          <p:cNvPr id="102" name="TextBox 2"/>
          <p:cNvSpPr/>
          <p:nvPr/>
        </p:nvSpPr>
        <p:spPr>
          <a:xfrm>
            <a:off x="457200" y="1463040"/>
            <a:ext cx="11277000" cy="1461240"/>
          </a:xfrm>
          <a:prstGeom prst="rect">
            <a:avLst/>
          </a:prstGeom>
          <a:noFill/>
          <a:ln w="0">
            <a:noFill/>
          </a:ln>
        </p:spPr>
        <p:style>
          <a:lnRef idx="0"/>
          <a:fillRef idx="0"/>
          <a:effectRef idx="0"/>
          <a:fontRef idx="minor"/>
        </p:style>
        <p:txBody>
          <a:bodyPr lIns="90000" rIns="90000" tIns="45000" bIns="45000" anchor="t">
            <a:spAutoFit/>
          </a:bodyPr>
          <a:p>
            <a:pPr algn="r" defTabSz="457200" rtl="1">
              <a:lnSpc>
                <a:spcPct val="100000"/>
              </a:lnSpc>
            </a:pPr>
            <a:r>
              <a:rPr b="0" lang="ar-SA" sz="3000" spc="-1" strike="noStrike">
                <a:solidFill>
                  <a:srgbClr val="000000"/>
                </a:solidFill>
                <a:latin typeface="Arial"/>
                <a:cs typeface="Arial"/>
              </a:rPr>
              <a:t>مرحباً بكم في تطبيق </a:t>
            </a:r>
            <a:r>
              <a:rPr b="0" lang="en-US" sz="3000" spc="-1" strike="noStrike">
                <a:solidFill>
                  <a:srgbClr val="000000"/>
                </a:solidFill>
                <a:latin typeface="Arial"/>
              </a:rPr>
              <a:t>TaskLens</a:t>
            </a:r>
            <a:r>
              <a:rPr b="0" lang="en-US" sz="3000" spc="-1" strike="noStrike">
                <a:solidFill>
                  <a:srgbClr val="000000"/>
                </a:solidFill>
                <a:latin typeface="Arial"/>
              </a:rPr>
              <a:t>. هذه شريحة لاختبار تشكيل الحروف العربية والاتجاه من اليمين إلى اليسار، مع علامات الترقيم: «اقتباس»، وسؤال؟ وفاصلة، ونقطة.</a:t>
            </a:r>
            <a:endParaRPr b="0" lang="en-US" sz="3000" spc="-1" strike="noStrike">
              <a:solidFill>
                <a:srgbClr val="000000"/>
              </a:solidFill>
              <a:latin typeface="Arial"/>
            </a:endParaRPr>
          </a:p>
        </p:txBody>
      </p:sp>
      <p:sp>
        <p:nvSpPr>
          <p:cNvPr id="103" name="TextBox 3"/>
          <p:cNvSpPr/>
          <p:nvPr/>
        </p:nvSpPr>
        <p:spPr>
          <a:xfrm>
            <a:off x="457200" y="4572000"/>
            <a:ext cx="11277000" cy="516600"/>
          </a:xfrm>
          <a:prstGeom prst="rect">
            <a:avLst/>
          </a:prstGeom>
          <a:noFill/>
          <a:ln w="0">
            <a:noFill/>
          </a:ln>
        </p:spPr>
        <p:style>
          <a:lnRef idx="0"/>
          <a:fillRef idx="0"/>
          <a:effectRef idx="0"/>
          <a:fontRef idx="minor"/>
        </p:style>
        <p:txBody>
          <a:bodyPr lIns="90000" rIns="90000" tIns="45000" bIns="45000" anchor="t">
            <a:spAutoFit/>
          </a:bodyPr>
          <a:p>
            <a:pPr algn="r" defTabSz="457200" rtl="1">
              <a:lnSpc>
                <a:spcPct val="100000"/>
              </a:lnSpc>
            </a:pPr>
            <a:r>
              <a:rPr b="0" lang="ar-SA" sz="2800" spc="-1" strike="noStrike">
                <a:solidFill>
                  <a:srgbClr val="000000"/>
                </a:solidFill>
                <a:latin typeface="Arial"/>
                <a:cs typeface="Arial"/>
              </a:rPr>
              <a:t>الأرقام: </a:t>
            </a:r>
            <a:r>
              <a:rPr b="0" lang="ar-SA" sz="2800" spc="-1" strike="noStrike">
                <a:solidFill>
                  <a:srgbClr val="000000"/>
                </a:solidFill>
                <a:latin typeface="Arial"/>
                <a:cs typeface="Arial"/>
              </a:rPr>
              <a:t>١٢٣٤٥٦٧٨٩٠</a:t>
            </a:r>
            <a:r>
              <a:rPr b="0" lang="en-US" sz="2800" spc="-1" strike="noStrike">
                <a:solidFill>
                  <a:srgbClr val="000000"/>
                </a:solidFill>
                <a:latin typeface="Arial"/>
              </a:rPr>
              <a:t> و </a:t>
            </a:r>
            <a:r>
              <a:rPr b="0" lang="en-US" sz="2800" spc="-1" strike="noStrike">
                <a:solidFill>
                  <a:srgbClr val="000000"/>
                </a:solidFill>
                <a:latin typeface="Arial"/>
              </a:rPr>
              <a:t>1234567890</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10. Mixed Arabic + English</a:t>
            </a:r>
            <a:endParaRPr b="0" lang="en-US" sz="3600" spc="-1" strike="noStrike">
              <a:solidFill>
                <a:srgbClr val="000000"/>
              </a:solidFill>
              <a:latin typeface="Arial"/>
            </a:endParaRPr>
          </a:p>
        </p:txBody>
      </p:sp>
      <p:sp>
        <p:nvSpPr>
          <p:cNvPr id="105" name="TextBox 2"/>
          <p:cNvSpPr/>
          <p:nvPr/>
        </p:nvSpPr>
        <p:spPr>
          <a:xfrm>
            <a:off x="457200" y="1463040"/>
            <a:ext cx="11277000" cy="1004040"/>
          </a:xfrm>
          <a:prstGeom prst="rect">
            <a:avLst/>
          </a:prstGeom>
          <a:noFill/>
          <a:ln w="0">
            <a:noFill/>
          </a:ln>
        </p:spPr>
        <p:style>
          <a:lnRef idx="0"/>
          <a:fillRef idx="0"/>
          <a:effectRef idx="0"/>
          <a:fontRef idx="minor"/>
        </p:style>
        <p:txBody>
          <a:bodyPr lIns="90000" rIns="90000" tIns="45000" bIns="45000" anchor="t">
            <a:spAutoFit/>
          </a:bodyPr>
          <a:p>
            <a:pPr algn="r" defTabSz="457200" rtl="1">
              <a:lnSpc>
                <a:spcPct val="100000"/>
              </a:lnSpc>
            </a:pPr>
            <a:r>
              <a:rPr b="0" lang="ar-SA" sz="3000" spc="-1" strike="noStrike">
                <a:solidFill>
                  <a:srgbClr val="000000"/>
                </a:solidFill>
                <a:latin typeface="Arial"/>
                <a:cs typeface="Arial"/>
              </a:rPr>
              <a:t>اجتماع الفريق يوم </a:t>
            </a:r>
            <a:r>
              <a:rPr b="0" lang="en-US" sz="3000" spc="-1" strike="noStrike">
                <a:solidFill>
                  <a:srgbClr val="000000"/>
                </a:solidFill>
                <a:latin typeface="Arial"/>
              </a:rPr>
              <a:t>Monday</a:t>
            </a:r>
            <a:r>
              <a:rPr b="0" lang="en-US" sz="3000" spc="-1" strike="noStrike">
                <a:solidFill>
                  <a:srgbClr val="000000"/>
                </a:solidFill>
                <a:latin typeface="Arial"/>
              </a:rPr>
              <a:t> الساعة </a:t>
            </a:r>
            <a:r>
              <a:rPr b="0" lang="en-US" sz="3000" spc="-1" strike="noStrike">
                <a:solidFill>
                  <a:srgbClr val="000000"/>
                </a:solidFill>
                <a:latin typeface="Arial"/>
              </a:rPr>
              <a:t>10:30</a:t>
            </a:r>
            <a:r>
              <a:rPr b="0" lang="en-US" sz="3000" spc="-1" strike="noStrike">
                <a:solidFill>
                  <a:srgbClr val="000000"/>
                </a:solidFill>
                <a:latin typeface="Arial"/>
              </a:rPr>
              <a:t> </a:t>
            </a:r>
            <a:r>
              <a:rPr b="0" lang="en-US" sz="3000" spc="-1" strike="noStrike">
                <a:solidFill>
                  <a:srgbClr val="000000"/>
                </a:solidFill>
                <a:latin typeface="Arial"/>
              </a:rPr>
              <a:t>AM</a:t>
            </a:r>
            <a:r>
              <a:rPr b="0" lang="en-US" sz="3000" spc="-1" strike="noStrike">
                <a:solidFill>
                  <a:srgbClr val="000000"/>
                </a:solidFill>
                <a:latin typeface="Arial"/>
              </a:rPr>
              <a:t> في غرفة </a:t>
            </a:r>
            <a:r>
              <a:rPr b="0" lang="en-US" sz="3000" spc="-1" strike="noStrike">
                <a:solidFill>
                  <a:srgbClr val="000000"/>
                </a:solidFill>
                <a:latin typeface="Arial"/>
              </a:rPr>
              <a:t>Meeting Room B</a:t>
            </a:r>
            <a:r>
              <a:rPr b="0" lang="ar-SA" sz="3000" spc="-1" strike="noStrike">
                <a:solidFill>
                  <a:srgbClr val="000000"/>
                </a:solidFill>
                <a:latin typeface="Arial"/>
                <a:cs typeface="Arial"/>
              </a:rPr>
              <a:t>، والميزانية </a:t>
            </a:r>
            <a:r>
              <a:rPr b="0" lang="en-US" sz="3000" spc="-1" strike="noStrike">
                <a:solidFill>
                  <a:srgbClr val="000000"/>
                </a:solidFill>
                <a:latin typeface="Arial"/>
              </a:rPr>
              <a:t>25,000</a:t>
            </a:r>
            <a:r>
              <a:rPr b="0" lang="en-US" sz="3000" spc="-1" strike="noStrike">
                <a:solidFill>
                  <a:srgbClr val="000000"/>
                </a:solidFill>
                <a:latin typeface="Arial"/>
              </a:rPr>
              <a:t> </a:t>
            </a:r>
            <a:r>
              <a:rPr b="0" lang="en-US" sz="3000" spc="-1" strike="noStrike">
                <a:solidFill>
                  <a:srgbClr val="000000"/>
                </a:solidFill>
                <a:latin typeface="Arial"/>
              </a:rPr>
              <a:t>SAR</a:t>
            </a:r>
            <a:r>
              <a:rPr b="0" lang="en-US" sz="3000" spc="-1" strike="noStrike">
                <a:solidFill>
                  <a:srgbClr val="000000"/>
                </a:solidFill>
                <a:latin typeface="Arial"/>
              </a:rPr>
              <a:t>.</a:t>
            </a:r>
            <a:endParaRPr b="0" lang="en-US" sz="3000" spc="-1" strike="noStrike">
              <a:solidFill>
                <a:srgbClr val="000000"/>
              </a:solidFill>
              <a:latin typeface="Arial"/>
            </a:endParaRPr>
          </a:p>
        </p:txBody>
      </p:sp>
      <p:sp>
        <p:nvSpPr>
          <p:cNvPr id="106" name="TextBox 3"/>
          <p:cNvSpPr/>
          <p:nvPr/>
        </p:nvSpPr>
        <p:spPr>
          <a:xfrm>
            <a:off x="457200" y="3291840"/>
            <a:ext cx="1127700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3000" spc="-1" strike="noStrike">
                <a:solidFill>
                  <a:srgbClr val="000000"/>
                </a:solidFill>
                <a:latin typeface="Calibri"/>
              </a:rPr>
              <a:t>The report «</a:t>
            </a:r>
            <a:r>
              <a:rPr b="0" lang="hi-IN" sz="3000" spc="-1" strike="noStrike">
                <a:solidFill>
                  <a:srgbClr val="000000"/>
                </a:solidFill>
                <a:latin typeface="Calibri"/>
              </a:rPr>
              <a:t>التقرير السنوي</a:t>
            </a:r>
            <a:r>
              <a:rPr b="0" lang="en-US" sz="3000" spc="-1" strike="noStrike">
                <a:solidFill>
                  <a:srgbClr val="000000"/>
                </a:solidFill>
                <a:latin typeface="Calibri"/>
              </a:rPr>
              <a:t>» is due on 15 March (</a:t>
            </a:r>
            <a:r>
              <a:rPr b="0" lang="hi-IN" sz="3000" spc="-1" strike="noStrike">
                <a:solidFill>
                  <a:srgbClr val="000000"/>
                </a:solidFill>
                <a:latin typeface="Calibri"/>
              </a:rPr>
              <a:t>١٥</a:t>
            </a:r>
            <a:r>
              <a:rPr b="0" lang="en-US" sz="3000" spc="-1" strike="noStrike">
                <a:solidFill>
                  <a:srgbClr val="000000"/>
                </a:solidFill>
                <a:latin typeface="Calibri"/>
              </a:rPr>
              <a:t> مارس</a:t>
            </a:r>
            <a:r>
              <a:rPr b="0" lang="en-US" sz="3000" spc="-1" strike="noStrike">
                <a:solidFill>
                  <a:srgbClr val="000000"/>
                </a:solidFill>
                <a:latin typeface="Calibri"/>
              </a:rPr>
              <a:t>).</a:t>
            </a:r>
            <a:endParaRPr b="0" lang="en-US" sz="3000" spc="-1" strike="noStrike">
              <a:solidFill>
                <a:srgbClr val="000000"/>
              </a:solidFill>
              <a:latin typeface="Arial"/>
            </a:endParaRPr>
          </a:p>
        </p:txBody>
      </p:sp>
      <p:sp>
        <p:nvSpPr>
          <p:cNvPr id="107" name="TextBox 4"/>
          <p:cNvSpPr/>
          <p:nvPr/>
        </p:nvSpPr>
        <p:spPr>
          <a:xfrm>
            <a:off x="457200" y="4937760"/>
            <a:ext cx="7314840" cy="505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400" spc="-1" strike="noStrike" u="sng">
                <a:solidFill>
                  <a:srgbClr val="0000ff"/>
                </a:solidFill>
                <a:uFillTx/>
                <a:latin typeface="Calibri"/>
                <a:hlinkClick r:id="rId1"/>
              </a:rPr>
              <a:t>Link: https://example.com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Picture 1" descr="image.png"/>
          <p:cNvPicPr/>
          <p:nvPr/>
        </p:nvPicPr>
        <p:blipFill>
          <a:blip r:embed="rId1"/>
          <a:stretch/>
        </p:blipFill>
        <p:spPr>
          <a:xfrm>
            <a:off x="0" y="0"/>
            <a:ext cx="12191400" cy="6857640"/>
          </a:xfrm>
          <a:prstGeom prst="rect">
            <a:avLst/>
          </a:prstGeom>
          <a:ln w="0">
            <a:noFill/>
          </a:ln>
        </p:spPr>
      </p:pic>
      <p:sp>
        <p:nvSpPr>
          <p:cNvPr id="109" name="TextBox 2"/>
          <p:cNvSpPr/>
          <p:nvPr/>
        </p:nvSpPr>
        <p:spPr>
          <a:xfrm>
            <a:off x="457200" y="274320"/>
            <a:ext cx="109724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ffffff"/>
                </a:solidFill>
                <a:latin typeface="Calibri"/>
              </a:rPr>
              <a:t>11. Large image (4000 × 2250)</a:t>
            </a:r>
            <a:endParaRPr b="0" lang="en-US" sz="3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12. Long text</a:t>
            </a:r>
            <a:endParaRPr b="0" lang="en-US" sz="3600" spc="-1" strike="noStrike">
              <a:solidFill>
                <a:srgbClr val="000000"/>
              </a:solidFill>
              <a:latin typeface="Arial"/>
            </a:endParaRPr>
          </a:p>
        </p:txBody>
      </p:sp>
      <p:sp>
        <p:nvSpPr>
          <p:cNvPr id="111" name="TextBox 2"/>
          <p:cNvSpPr/>
          <p:nvPr/>
        </p:nvSpPr>
        <p:spPr>
          <a:xfrm>
            <a:off x="457200" y="1280160"/>
            <a:ext cx="10972440" cy="3107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rgbClr val="000000"/>
                </a:solidFill>
                <a:latin typeface="Calibri"/>
              </a:rPr>
              <a:t>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13. Multiple objects</a:t>
            </a:r>
            <a:endParaRPr b="0" lang="en-US" sz="3600" spc="-1" strike="noStrike">
              <a:solidFill>
                <a:srgbClr val="000000"/>
              </a:solidFill>
              <a:latin typeface="Arial"/>
            </a:endParaRPr>
          </a:p>
        </p:txBody>
      </p:sp>
      <p:sp>
        <p:nvSpPr>
          <p:cNvPr id="113" name="Oval 2"/>
          <p:cNvSpPr/>
          <p:nvPr/>
        </p:nvSpPr>
        <p:spPr>
          <a:xfrm>
            <a:off x="365760" y="1463040"/>
            <a:ext cx="914040" cy="914040"/>
          </a:xfrm>
          <a:prstGeom prst="ellipse">
            <a:avLst/>
          </a:prstGeom>
          <a:solidFill>
            <a:srgbClr val="00000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a:t>
            </a:r>
            <a:endParaRPr b="0" lang="en-US" sz="1800" spc="-1" strike="noStrike">
              <a:solidFill>
                <a:srgbClr val="ffffff"/>
              </a:solidFill>
              <a:latin typeface="Arial"/>
            </a:endParaRPr>
          </a:p>
        </p:txBody>
      </p:sp>
      <p:sp>
        <p:nvSpPr>
          <p:cNvPr id="114" name="Oval 3"/>
          <p:cNvSpPr/>
          <p:nvPr/>
        </p:nvSpPr>
        <p:spPr>
          <a:xfrm>
            <a:off x="1508760" y="1463040"/>
            <a:ext cx="914040" cy="914040"/>
          </a:xfrm>
          <a:prstGeom prst="ellipse">
            <a:avLst/>
          </a:prstGeom>
          <a:solidFill>
            <a:srgbClr val="255b35"/>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a:t>
            </a:r>
            <a:endParaRPr b="0" lang="en-US" sz="1800" spc="-1" strike="noStrike">
              <a:solidFill>
                <a:srgbClr val="ffffff"/>
              </a:solidFill>
              <a:latin typeface="Arial"/>
            </a:endParaRPr>
          </a:p>
        </p:txBody>
      </p:sp>
      <p:sp>
        <p:nvSpPr>
          <p:cNvPr id="115" name="Oval 4"/>
          <p:cNvSpPr/>
          <p:nvPr/>
        </p:nvSpPr>
        <p:spPr>
          <a:xfrm>
            <a:off x="2651760" y="1463040"/>
            <a:ext cx="914040" cy="914040"/>
          </a:xfrm>
          <a:prstGeom prst="ellipse">
            <a:avLst/>
          </a:prstGeom>
          <a:solidFill>
            <a:srgbClr val="4ab66a"/>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a:t>
            </a:r>
            <a:endParaRPr b="0" lang="en-US" sz="1800" spc="-1" strike="noStrike">
              <a:solidFill>
                <a:srgbClr val="ffffff"/>
              </a:solidFill>
              <a:latin typeface="Arial"/>
            </a:endParaRPr>
          </a:p>
        </p:txBody>
      </p:sp>
      <p:sp>
        <p:nvSpPr>
          <p:cNvPr id="116" name="Oval 5"/>
          <p:cNvSpPr/>
          <p:nvPr/>
        </p:nvSpPr>
        <p:spPr>
          <a:xfrm>
            <a:off x="3794760" y="1463040"/>
            <a:ext cx="914040" cy="914040"/>
          </a:xfrm>
          <a:prstGeom prst="ellipse">
            <a:avLst/>
          </a:prstGeom>
          <a:solidFill>
            <a:srgbClr val="6f129f"/>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4</a:t>
            </a:r>
            <a:endParaRPr b="0" lang="en-US" sz="1800" spc="-1" strike="noStrike">
              <a:solidFill>
                <a:srgbClr val="ffffff"/>
              </a:solidFill>
              <a:latin typeface="Arial"/>
            </a:endParaRPr>
          </a:p>
        </p:txBody>
      </p:sp>
      <p:sp>
        <p:nvSpPr>
          <p:cNvPr id="117" name="Oval 6"/>
          <p:cNvSpPr/>
          <p:nvPr/>
        </p:nvSpPr>
        <p:spPr>
          <a:xfrm>
            <a:off x="4937760" y="1463040"/>
            <a:ext cx="914040" cy="914040"/>
          </a:xfrm>
          <a:prstGeom prst="ellipse">
            <a:avLst/>
          </a:prstGeom>
          <a:solidFill>
            <a:srgbClr val="946dd4"/>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5</a:t>
            </a:r>
            <a:endParaRPr b="0" lang="en-US" sz="1800" spc="-1" strike="noStrike">
              <a:solidFill>
                <a:srgbClr val="ffffff"/>
              </a:solidFill>
              <a:latin typeface="Arial"/>
            </a:endParaRPr>
          </a:p>
        </p:txBody>
      </p:sp>
      <p:sp>
        <p:nvSpPr>
          <p:cNvPr id="118" name="Oval 7"/>
          <p:cNvSpPr/>
          <p:nvPr/>
        </p:nvSpPr>
        <p:spPr>
          <a:xfrm>
            <a:off x="6080760" y="1463040"/>
            <a:ext cx="914040" cy="914040"/>
          </a:xfrm>
          <a:prstGeom prst="ellipse">
            <a:avLst/>
          </a:prstGeom>
          <a:solidFill>
            <a:srgbClr val="b9c80a"/>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6</a:t>
            </a:r>
            <a:endParaRPr b="0" lang="en-US" sz="1800" spc="-1" strike="noStrike">
              <a:solidFill>
                <a:srgbClr val="000000"/>
              </a:solidFill>
              <a:latin typeface="Arial"/>
            </a:endParaRPr>
          </a:p>
        </p:txBody>
      </p:sp>
      <p:sp>
        <p:nvSpPr>
          <p:cNvPr id="119" name="Oval 8"/>
          <p:cNvSpPr/>
          <p:nvPr/>
        </p:nvSpPr>
        <p:spPr>
          <a:xfrm>
            <a:off x="7223760" y="1463040"/>
            <a:ext cx="914040" cy="914040"/>
          </a:xfrm>
          <a:prstGeom prst="ellipse">
            <a:avLst/>
          </a:prstGeom>
          <a:solidFill>
            <a:srgbClr val="de243f"/>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7</a:t>
            </a:r>
            <a:endParaRPr b="0" lang="en-US" sz="1800" spc="-1" strike="noStrike">
              <a:solidFill>
                <a:srgbClr val="ffffff"/>
              </a:solidFill>
              <a:latin typeface="Arial"/>
            </a:endParaRPr>
          </a:p>
        </p:txBody>
      </p:sp>
      <p:sp>
        <p:nvSpPr>
          <p:cNvPr id="120" name="Oval 9"/>
          <p:cNvSpPr/>
          <p:nvPr/>
        </p:nvSpPr>
        <p:spPr>
          <a:xfrm>
            <a:off x="8366760" y="1463040"/>
            <a:ext cx="914040" cy="914040"/>
          </a:xfrm>
          <a:prstGeom prst="ellipse">
            <a:avLst/>
          </a:prstGeom>
          <a:solidFill>
            <a:srgbClr val="047f74"/>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8</a:t>
            </a:r>
            <a:endParaRPr b="0" lang="en-US" sz="1800" spc="-1" strike="noStrike">
              <a:solidFill>
                <a:srgbClr val="ffffff"/>
              </a:solidFill>
              <a:latin typeface="Arial"/>
            </a:endParaRPr>
          </a:p>
        </p:txBody>
      </p:sp>
      <p:sp>
        <p:nvSpPr>
          <p:cNvPr id="121" name="Oval 10"/>
          <p:cNvSpPr/>
          <p:nvPr/>
        </p:nvSpPr>
        <p:spPr>
          <a:xfrm>
            <a:off x="9509760" y="1463040"/>
            <a:ext cx="914040" cy="914040"/>
          </a:xfrm>
          <a:prstGeom prst="ellipse">
            <a:avLst/>
          </a:prstGeom>
          <a:solidFill>
            <a:srgbClr val="29daa9"/>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9</a:t>
            </a:r>
            <a:endParaRPr b="0" lang="en-US" sz="1800" spc="-1" strike="noStrike">
              <a:solidFill>
                <a:srgbClr val="000000"/>
              </a:solidFill>
              <a:latin typeface="Arial"/>
            </a:endParaRPr>
          </a:p>
        </p:txBody>
      </p:sp>
      <p:sp>
        <p:nvSpPr>
          <p:cNvPr id="122" name="Oval 11"/>
          <p:cNvSpPr/>
          <p:nvPr/>
        </p:nvSpPr>
        <p:spPr>
          <a:xfrm>
            <a:off x="10652760" y="1463040"/>
            <a:ext cx="914040" cy="914040"/>
          </a:xfrm>
          <a:prstGeom prst="ellipse">
            <a:avLst/>
          </a:prstGeom>
          <a:solidFill>
            <a:srgbClr val="4e36de"/>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10</a:t>
            </a:r>
            <a:endParaRPr b="0" lang="en-US" sz="1800" spc="-1" strike="noStrike">
              <a:solidFill>
                <a:srgbClr val="ffffff"/>
              </a:solidFill>
              <a:latin typeface="Arial"/>
            </a:endParaRPr>
          </a:p>
        </p:txBody>
      </p:sp>
      <p:sp>
        <p:nvSpPr>
          <p:cNvPr id="123" name="Oval 12"/>
          <p:cNvSpPr/>
          <p:nvPr/>
        </p:nvSpPr>
        <p:spPr>
          <a:xfrm>
            <a:off x="365760" y="2743200"/>
            <a:ext cx="914040" cy="914040"/>
          </a:xfrm>
          <a:prstGeom prst="ellipse">
            <a:avLst/>
          </a:prstGeom>
          <a:solidFill>
            <a:srgbClr val="739114"/>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11</a:t>
            </a:r>
            <a:endParaRPr b="0" lang="en-US" sz="1800" spc="-1" strike="noStrike">
              <a:solidFill>
                <a:srgbClr val="ffffff"/>
              </a:solidFill>
              <a:latin typeface="Arial"/>
            </a:endParaRPr>
          </a:p>
        </p:txBody>
      </p:sp>
      <p:sp>
        <p:nvSpPr>
          <p:cNvPr id="124" name="Oval 13"/>
          <p:cNvSpPr/>
          <p:nvPr/>
        </p:nvSpPr>
        <p:spPr>
          <a:xfrm>
            <a:off x="1508760" y="2743200"/>
            <a:ext cx="914040" cy="914040"/>
          </a:xfrm>
          <a:prstGeom prst="ellipse">
            <a:avLst/>
          </a:prstGeom>
          <a:solidFill>
            <a:srgbClr val="98ec49"/>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12</a:t>
            </a:r>
            <a:endParaRPr b="0" lang="en-US" sz="1800" spc="-1" strike="noStrike">
              <a:solidFill>
                <a:srgbClr val="000000"/>
              </a:solidFill>
              <a:latin typeface="Arial"/>
            </a:endParaRPr>
          </a:p>
        </p:txBody>
      </p:sp>
      <p:sp>
        <p:nvSpPr>
          <p:cNvPr id="125" name="Oval 14"/>
          <p:cNvSpPr/>
          <p:nvPr/>
        </p:nvSpPr>
        <p:spPr>
          <a:xfrm>
            <a:off x="2651760" y="2743200"/>
            <a:ext cx="914040" cy="914040"/>
          </a:xfrm>
          <a:prstGeom prst="ellipse">
            <a:avLst/>
          </a:prstGeom>
          <a:solidFill>
            <a:srgbClr val="bd487e"/>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13</a:t>
            </a:r>
            <a:endParaRPr b="0" lang="en-US" sz="1800" spc="-1" strike="noStrike">
              <a:solidFill>
                <a:srgbClr val="ffffff"/>
              </a:solidFill>
              <a:latin typeface="Arial"/>
            </a:endParaRPr>
          </a:p>
        </p:txBody>
      </p:sp>
      <p:sp>
        <p:nvSpPr>
          <p:cNvPr id="126" name="Oval 15"/>
          <p:cNvSpPr/>
          <p:nvPr/>
        </p:nvSpPr>
        <p:spPr>
          <a:xfrm>
            <a:off x="3794760" y="2743200"/>
            <a:ext cx="914040" cy="914040"/>
          </a:xfrm>
          <a:prstGeom prst="ellipse">
            <a:avLst/>
          </a:prstGeom>
          <a:solidFill>
            <a:srgbClr val="e2a3b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14</a:t>
            </a:r>
            <a:endParaRPr b="0" lang="en-US" sz="1800" spc="-1" strike="noStrike">
              <a:solidFill>
                <a:srgbClr val="000000"/>
              </a:solidFill>
              <a:latin typeface="Arial"/>
            </a:endParaRPr>
          </a:p>
        </p:txBody>
      </p:sp>
      <p:sp>
        <p:nvSpPr>
          <p:cNvPr id="127" name="Oval 16"/>
          <p:cNvSpPr/>
          <p:nvPr/>
        </p:nvSpPr>
        <p:spPr>
          <a:xfrm>
            <a:off x="4937760" y="2743200"/>
            <a:ext cx="914040" cy="914040"/>
          </a:xfrm>
          <a:prstGeom prst="ellipse">
            <a:avLst/>
          </a:prstGeom>
          <a:solidFill>
            <a:srgbClr val="08fee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15</a:t>
            </a:r>
            <a:endParaRPr b="0" lang="en-US" sz="1800" spc="-1" strike="noStrike">
              <a:solidFill>
                <a:srgbClr val="000000"/>
              </a:solidFill>
              <a:latin typeface="Arial"/>
            </a:endParaRPr>
          </a:p>
        </p:txBody>
      </p:sp>
      <p:sp>
        <p:nvSpPr>
          <p:cNvPr id="128" name="Oval 17"/>
          <p:cNvSpPr/>
          <p:nvPr/>
        </p:nvSpPr>
        <p:spPr>
          <a:xfrm>
            <a:off x="6080760" y="2743200"/>
            <a:ext cx="914040" cy="914040"/>
          </a:xfrm>
          <a:prstGeom prst="ellipse">
            <a:avLst/>
          </a:prstGeom>
          <a:solidFill>
            <a:srgbClr val="2d5a1e"/>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16</a:t>
            </a:r>
            <a:endParaRPr b="0" lang="en-US" sz="1800" spc="-1" strike="noStrike">
              <a:solidFill>
                <a:srgbClr val="ffffff"/>
              </a:solidFill>
              <a:latin typeface="Arial"/>
            </a:endParaRPr>
          </a:p>
        </p:txBody>
      </p:sp>
      <p:sp>
        <p:nvSpPr>
          <p:cNvPr id="129" name="Oval 18"/>
          <p:cNvSpPr/>
          <p:nvPr/>
        </p:nvSpPr>
        <p:spPr>
          <a:xfrm>
            <a:off x="7223760" y="2743200"/>
            <a:ext cx="914040" cy="914040"/>
          </a:xfrm>
          <a:prstGeom prst="ellipse">
            <a:avLst/>
          </a:prstGeom>
          <a:solidFill>
            <a:srgbClr val="52b553"/>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17</a:t>
            </a:r>
            <a:endParaRPr b="0" lang="en-US" sz="1800" spc="-1" strike="noStrike">
              <a:solidFill>
                <a:srgbClr val="ffffff"/>
              </a:solidFill>
              <a:latin typeface="Arial"/>
            </a:endParaRPr>
          </a:p>
        </p:txBody>
      </p:sp>
      <p:sp>
        <p:nvSpPr>
          <p:cNvPr id="130" name="Oval 19"/>
          <p:cNvSpPr/>
          <p:nvPr/>
        </p:nvSpPr>
        <p:spPr>
          <a:xfrm>
            <a:off x="8366760" y="2743200"/>
            <a:ext cx="914040" cy="914040"/>
          </a:xfrm>
          <a:prstGeom prst="ellipse">
            <a:avLst/>
          </a:prstGeom>
          <a:solidFill>
            <a:srgbClr val="77118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18</a:t>
            </a:r>
            <a:endParaRPr b="0" lang="en-US" sz="1800" spc="-1" strike="noStrike">
              <a:solidFill>
                <a:srgbClr val="ffffff"/>
              </a:solidFill>
              <a:latin typeface="Arial"/>
            </a:endParaRPr>
          </a:p>
        </p:txBody>
      </p:sp>
      <p:sp>
        <p:nvSpPr>
          <p:cNvPr id="131" name="Oval 20"/>
          <p:cNvSpPr/>
          <p:nvPr/>
        </p:nvSpPr>
        <p:spPr>
          <a:xfrm>
            <a:off x="9509760" y="2743200"/>
            <a:ext cx="914040" cy="914040"/>
          </a:xfrm>
          <a:prstGeom prst="ellipse">
            <a:avLst/>
          </a:prstGeom>
          <a:solidFill>
            <a:srgbClr val="9c6cbd"/>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19</a:t>
            </a:r>
            <a:endParaRPr b="0" lang="en-US" sz="1800" spc="-1" strike="noStrike">
              <a:solidFill>
                <a:srgbClr val="ffffff"/>
              </a:solidFill>
              <a:latin typeface="Arial"/>
            </a:endParaRPr>
          </a:p>
        </p:txBody>
      </p:sp>
      <p:sp>
        <p:nvSpPr>
          <p:cNvPr id="132" name="Oval 21"/>
          <p:cNvSpPr/>
          <p:nvPr/>
        </p:nvSpPr>
        <p:spPr>
          <a:xfrm>
            <a:off x="10652760" y="2743200"/>
            <a:ext cx="914040" cy="914040"/>
          </a:xfrm>
          <a:prstGeom prst="ellipse">
            <a:avLst/>
          </a:prstGeom>
          <a:solidFill>
            <a:srgbClr val="c1c7f2"/>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20</a:t>
            </a:r>
            <a:endParaRPr b="0" lang="en-US" sz="1800" spc="-1" strike="noStrike">
              <a:solidFill>
                <a:srgbClr val="000000"/>
              </a:solidFill>
              <a:latin typeface="Arial"/>
            </a:endParaRPr>
          </a:p>
        </p:txBody>
      </p:sp>
      <p:sp>
        <p:nvSpPr>
          <p:cNvPr id="133" name="Oval 22"/>
          <p:cNvSpPr/>
          <p:nvPr/>
        </p:nvSpPr>
        <p:spPr>
          <a:xfrm>
            <a:off x="365760" y="4023360"/>
            <a:ext cx="914040" cy="914040"/>
          </a:xfrm>
          <a:prstGeom prst="ellipse">
            <a:avLst/>
          </a:prstGeom>
          <a:solidFill>
            <a:srgbClr val="e6232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21</a:t>
            </a:r>
            <a:endParaRPr b="0" lang="en-US" sz="1800" spc="-1" strike="noStrike">
              <a:solidFill>
                <a:srgbClr val="ffffff"/>
              </a:solidFill>
              <a:latin typeface="Arial"/>
            </a:endParaRPr>
          </a:p>
        </p:txBody>
      </p:sp>
      <p:sp>
        <p:nvSpPr>
          <p:cNvPr id="134" name="Oval 23"/>
          <p:cNvSpPr/>
          <p:nvPr/>
        </p:nvSpPr>
        <p:spPr>
          <a:xfrm>
            <a:off x="1508760" y="4023360"/>
            <a:ext cx="914040" cy="914040"/>
          </a:xfrm>
          <a:prstGeom prst="ellipse">
            <a:avLst/>
          </a:prstGeom>
          <a:solidFill>
            <a:srgbClr val="0c7e5d"/>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22</a:t>
            </a:r>
            <a:endParaRPr b="0" lang="en-US" sz="1800" spc="-1" strike="noStrike">
              <a:solidFill>
                <a:srgbClr val="ffffff"/>
              </a:solidFill>
              <a:latin typeface="Arial"/>
            </a:endParaRPr>
          </a:p>
        </p:txBody>
      </p:sp>
      <p:sp>
        <p:nvSpPr>
          <p:cNvPr id="135" name="Oval 24"/>
          <p:cNvSpPr/>
          <p:nvPr/>
        </p:nvSpPr>
        <p:spPr>
          <a:xfrm>
            <a:off x="2651760" y="4023360"/>
            <a:ext cx="914040" cy="914040"/>
          </a:xfrm>
          <a:prstGeom prst="ellipse">
            <a:avLst/>
          </a:prstGeom>
          <a:solidFill>
            <a:srgbClr val="31d992"/>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23</a:t>
            </a:r>
            <a:endParaRPr b="0" lang="en-US" sz="1800" spc="-1" strike="noStrike">
              <a:solidFill>
                <a:srgbClr val="000000"/>
              </a:solidFill>
              <a:latin typeface="Arial"/>
            </a:endParaRPr>
          </a:p>
        </p:txBody>
      </p:sp>
      <p:sp>
        <p:nvSpPr>
          <p:cNvPr id="136" name="Oval 25"/>
          <p:cNvSpPr/>
          <p:nvPr/>
        </p:nvSpPr>
        <p:spPr>
          <a:xfrm>
            <a:off x="3794760" y="4023360"/>
            <a:ext cx="914040" cy="914040"/>
          </a:xfrm>
          <a:prstGeom prst="ellipse">
            <a:avLst/>
          </a:prstGeom>
          <a:solidFill>
            <a:srgbClr val="5635c7"/>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24</a:t>
            </a:r>
            <a:endParaRPr b="0" lang="en-US" sz="1800" spc="-1" strike="noStrike">
              <a:solidFill>
                <a:srgbClr val="ffffff"/>
              </a:solidFill>
              <a:latin typeface="Arial"/>
            </a:endParaRPr>
          </a:p>
        </p:txBody>
      </p:sp>
      <p:sp>
        <p:nvSpPr>
          <p:cNvPr id="137" name="Oval 26"/>
          <p:cNvSpPr/>
          <p:nvPr/>
        </p:nvSpPr>
        <p:spPr>
          <a:xfrm>
            <a:off x="4937760" y="4023360"/>
            <a:ext cx="914040" cy="914040"/>
          </a:xfrm>
          <a:prstGeom prst="ellipse">
            <a:avLst/>
          </a:prstGeom>
          <a:solidFill>
            <a:srgbClr val="7b90f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25</a:t>
            </a:r>
            <a:endParaRPr b="0" lang="en-US" sz="1800" spc="-1" strike="noStrike">
              <a:solidFill>
                <a:srgbClr val="ffffff"/>
              </a:solidFill>
              <a:latin typeface="Arial"/>
            </a:endParaRPr>
          </a:p>
        </p:txBody>
      </p:sp>
      <p:sp>
        <p:nvSpPr>
          <p:cNvPr id="138" name="Oval 27"/>
          <p:cNvSpPr/>
          <p:nvPr/>
        </p:nvSpPr>
        <p:spPr>
          <a:xfrm>
            <a:off x="6080760" y="4023360"/>
            <a:ext cx="914040" cy="914040"/>
          </a:xfrm>
          <a:prstGeom prst="ellipse">
            <a:avLst/>
          </a:prstGeom>
          <a:solidFill>
            <a:srgbClr val="a0eb32"/>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26</a:t>
            </a:r>
            <a:endParaRPr b="0" lang="en-US" sz="1800" spc="-1" strike="noStrike">
              <a:solidFill>
                <a:srgbClr val="000000"/>
              </a:solidFill>
              <a:latin typeface="Arial"/>
            </a:endParaRPr>
          </a:p>
        </p:txBody>
      </p:sp>
      <p:sp>
        <p:nvSpPr>
          <p:cNvPr id="139" name="Oval 28"/>
          <p:cNvSpPr/>
          <p:nvPr/>
        </p:nvSpPr>
        <p:spPr>
          <a:xfrm>
            <a:off x="7223760" y="4023360"/>
            <a:ext cx="914040" cy="914040"/>
          </a:xfrm>
          <a:prstGeom prst="ellipse">
            <a:avLst/>
          </a:prstGeom>
          <a:solidFill>
            <a:srgbClr val="c54767"/>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27</a:t>
            </a:r>
            <a:endParaRPr b="0" lang="en-US" sz="1800" spc="-1" strike="noStrike">
              <a:solidFill>
                <a:srgbClr val="ffffff"/>
              </a:solidFill>
              <a:latin typeface="Arial"/>
            </a:endParaRPr>
          </a:p>
        </p:txBody>
      </p:sp>
      <p:sp>
        <p:nvSpPr>
          <p:cNvPr id="140" name="Oval 29"/>
          <p:cNvSpPr/>
          <p:nvPr/>
        </p:nvSpPr>
        <p:spPr>
          <a:xfrm>
            <a:off x="8366760" y="4023360"/>
            <a:ext cx="914040" cy="914040"/>
          </a:xfrm>
          <a:prstGeom prst="ellipse">
            <a:avLst/>
          </a:prstGeom>
          <a:solidFill>
            <a:srgbClr val="eaa29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28</a:t>
            </a:r>
            <a:endParaRPr b="0" lang="en-US" sz="1800" spc="-1" strike="noStrike">
              <a:solidFill>
                <a:srgbClr val="000000"/>
              </a:solidFill>
              <a:latin typeface="Arial"/>
            </a:endParaRPr>
          </a:p>
        </p:txBody>
      </p:sp>
      <p:sp>
        <p:nvSpPr>
          <p:cNvPr id="141" name="Oval 30"/>
          <p:cNvSpPr/>
          <p:nvPr/>
        </p:nvSpPr>
        <p:spPr>
          <a:xfrm>
            <a:off x="9509760" y="4023360"/>
            <a:ext cx="914040" cy="914040"/>
          </a:xfrm>
          <a:prstGeom prst="ellipse">
            <a:avLst/>
          </a:prstGeom>
          <a:solidFill>
            <a:srgbClr val="10fdd1"/>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29</a:t>
            </a:r>
            <a:endParaRPr b="0" lang="en-US" sz="1800" spc="-1" strike="noStrike">
              <a:solidFill>
                <a:srgbClr val="000000"/>
              </a:solidFill>
              <a:latin typeface="Arial"/>
            </a:endParaRPr>
          </a:p>
        </p:txBody>
      </p:sp>
      <p:sp>
        <p:nvSpPr>
          <p:cNvPr id="142" name="Oval 31"/>
          <p:cNvSpPr/>
          <p:nvPr/>
        </p:nvSpPr>
        <p:spPr>
          <a:xfrm>
            <a:off x="10652760" y="4023360"/>
            <a:ext cx="914040" cy="914040"/>
          </a:xfrm>
          <a:prstGeom prst="ellipse">
            <a:avLst/>
          </a:prstGeom>
          <a:solidFill>
            <a:srgbClr val="355907"/>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30</a:t>
            </a:r>
            <a:endParaRPr b="0" lang="en-US" sz="1800" spc="-1" strike="noStrike">
              <a:solidFill>
                <a:srgbClr val="ffffff"/>
              </a:solidFill>
              <a:latin typeface="Arial"/>
            </a:endParaRPr>
          </a:p>
        </p:txBody>
      </p:sp>
      <p:sp>
        <p:nvSpPr>
          <p:cNvPr id="143" name="Oval 32"/>
          <p:cNvSpPr/>
          <p:nvPr/>
        </p:nvSpPr>
        <p:spPr>
          <a:xfrm>
            <a:off x="365760" y="5303520"/>
            <a:ext cx="914040" cy="914040"/>
          </a:xfrm>
          <a:prstGeom prst="ellipse">
            <a:avLst/>
          </a:prstGeom>
          <a:solidFill>
            <a:srgbClr val="5ab43c"/>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31</a:t>
            </a:r>
            <a:endParaRPr b="0" lang="en-US" sz="1800" spc="-1" strike="noStrike">
              <a:solidFill>
                <a:srgbClr val="ffffff"/>
              </a:solidFill>
              <a:latin typeface="Arial"/>
            </a:endParaRPr>
          </a:p>
        </p:txBody>
      </p:sp>
      <p:sp>
        <p:nvSpPr>
          <p:cNvPr id="144" name="Oval 33"/>
          <p:cNvSpPr/>
          <p:nvPr/>
        </p:nvSpPr>
        <p:spPr>
          <a:xfrm>
            <a:off x="1508760" y="5303520"/>
            <a:ext cx="914040" cy="914040"/>
          </a:xfrm>
          <a:prstGeom prst="ellipse">
            <a:avLst/>
          </a:prstGeom>
          <a:solidFill>
            <a:srgbClr val="7f1071"/>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32</a:t>
            </a:r>
            <a:endParaRPr b="0" lang="en-US" sz="1800" spc="-1" strike="noStrike">
              <a:solidFill>
                <a:srgbClr val="ffffff"/>
              </a:solidFill>
              <a:latin typeface="Arial"/>
            </a:endParaRPr>
          </a:p>
        </p:txBody>
      </p:sp>
      <p:sp>
        <p:nvSpPr>
          <p:cNvPr id="145" name="Oval 34"/>
          <p:cNvSpPr/>
          <p:nvPr/>
        </p:nvSpPr>
        <p:spPr>
          <a:xfrm>
            <a:off x="2651760" y="5303520"/>
            <a:ext cx="914040" cy="914040"/>
          </a:xfrm>
          <a:prstGeom prst="ellipse">
            <a:avLst/>
          </a:prstGeom>
          <a:solidFill>
            <a:srgbClr val="a46ba6"/>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33</a:t>
            </a:r>
            <a:endParaRPr b="0" lang="en-US" sz="1800" spc="-1" strike="noStrike">
              <a:solidFill>
                <a:srgbClr val="ffffff"/>
              </a:solidFill>
              <a:latin typeface="Arial"/>
            </a:endParaRPr>
          </a:p>
        </p:txBody>
      </p:sp>
      <p:sp>
        <p:nvSpPr>
          <p:cNvPr id="146" name="Oval 35"/>
          <p:cNvSpPr/>
          <p:nvPr/>
        </p:nvSpPr>
        <p:spPr>
          <a:xfrm>
            <a:off x="3794760" y="5303520"/>
            <a:ext cx="914040" cy="914040"/>
          </a:xfrm>
          <a:prstGeom prst="ellipse">
            <a:avLst/>
          </a:prstGeom>
          <a:solidFill>
            <a:srgbClr val="c9c6db"/>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34</a:t>
            </a:r>
            <a:endParaRPr b="0" lang="en-US" sz="1800" spc="-1" strike="noStrike">
              <a:solidFill>
                <a:srgbClr val="000000"/>
              </a:solidFill>
              <a:latin typeface="Arial"/>
            </a:endParaRPr>
          </a:p>
        </p:txBody>
      </p:sp>
      <p:sp>
        <p:nvSpPr>
          <p:cNvPr id="147" name="Oval 36"/>
          <p:cNvSpPr/>
          <p:nvPr/>
        </p:nvSpPr>
        <p:spPr>
          <a:xfrm>
            <a:off x="4937760" y="5303520"/>
            <a:ext cx="914040" cy="914040"/>
          </a:xfrm>
          <a:prstGeom prst="ellipse">
            <a:avLst/>
          </a:prstGeom>
          <a:solidFill>
            <a:srgbClr val="ee2211"/>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35</a:t>
            </a:r>
            <a:endParaRPr b="0" lang="en-US" sz="1800" spc="-1" strike="noStrike">
              <a:solidFill>
                <a:srgbClr val="ffffff"/>
              </a:solidFill>
              <a:latin typeface="Arial"/>
            </a:endParaRPr>
          </a:p>
        </p:txBody>
      </p:sp>
      <p:sp>
        <p:nvSpPr>
          <p:cNvPr id="148" name="Oval 37"/>
          <p:cNvSpPr/>
          <p:nvPr/>
        </p:nvSpPr>
        <p:spPr>
          <a:xfrm>
            <a:off x="6080760" y="5303520"/>
            <a:ext cx="914040" cy="914040"/>
          </a:xfrm>
          <a:prstGeom prst="ellipse">
            <a:avLst/>
          </a:prstGeom>
          <a:solidFill>
            <a:srgbClr val="147d46"/>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36</a:t>
            </a:r>
            <a:endParaRPr b="0" lang="en-US" sz="1800" spc="-1" strike="noStrike">
              <a:solidFill>
                <a:srgbClr val="ffffff"/>
              </a:solidFill>
              <a:latin typeface="Arial"/>
            </a:endParaRPr>
          </a:p>
        </p:txBody>
      </p:sp>
      <p:sp>
        <p:nvSpPr>
          <p:cNvPr id="149" name="Oval 38"/>
          <p:cNvSpPr/>
          <p:nvPr/>
        </p:nvSpPr>
        <p:spPr>
          <a:xfrm>
            <a:off x="7223760" y="5303520"/>
            <a:ext cx="914040" cy="914040"/>
          </a:xfrm>
          <a:prstGeom prst="ellipse">
            <a:avLst/>
          </a:prstGeom>
          <a:solidFill>
            <a:srgbClr val="39d87b"/>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37</a:t>
            </a:r>
            <a:endParaRPr b="0" lang="en-US" sz="1800" spc="-1" strike="noStrike">
              <a:solidFill>
                <a:srgbClr val="000000"/>
              </a:solidFill>
              <a:latin typeface="Arial"/>
            </a:endParaRPr>
          </a:p>
        </p:txBody>
      </p:sp>
      <p:sp>
        <p:nvSpPr>
          <p:cNvPr id="150" name="Oval 39"/>
          <p:cNvSpPr/>
          <p:nvPr/>
        </p:nvSpPr>
        <p:spPr>
          <a:xfrm>
            <a:off x="8366760" y="5303520"/>
            <a:ext cx="914040" cy="914040"/>
          </a:xfrm>
          <a:prstGeom prst="ellipse">
            <a:avLst/>
          </a:prstGeom>
          <a:solidFill>
            <a:srgbClr val="5e34b0"/>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38</a:t>
            </a:r>
            <a:endParaRPr b="0" lang="en-US" sz="1800" spc="-1" strike="noStrike">
              <a:solidFill>
                <a:srgbClr val="ffffff"/>
              </a:solidFill>
              <a:latin typeface="Arial"/>
            </a:endParaRPr>
          </a:p>
        </p:txBody>
      </p:sp>
      <p:sp>
        <p:nvSpPr>
          <p:cNvPr id="151" name="Oval 40"/>
          <p:cNvSpPr/>
          <p:nvPr/>
        </p:nvSpPr>
        <p:spPr>
          <a:xfrm>
            <a:off x="9509760" y="5303520"/>
            <a:ext cx="914040" cy="914040"/>
          </a:xfrm>
          <a:prstGeom prst="ellipse">
            <a:avLst/>
          </a:prstGeom>
          <a:solidFill>
            <a:srgbClr val="838fe5"/>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39</a:t>
            </a:r>
            <a:endParaRPr b="0" lang="en-US" sz="1800" spc="-1" strike="noStrike">
              <a:solidFill>
                <a:srgbClr val="ffffff"/>
              </a:solidFill>
              <a:latin typeface="Arial"/>
            </a:endParaRPr>
          </a:p>
        </p:txBody>
      </p:sp>
      <p:sp>
        <p:nvSpPr>
          <p:cNvPr id="152" name="Oval 41"/>
          <p:cNvSpPr/>
          <p:nvPr/>
        </p:nvSpPr>
        <p:spPr>
          <a:xfrm>
            <a:off x="10652760" y="5303520"/>
            <a:ext cx="914040" cy="914040"/>
          </a:xfrm>
          <a:prstGeom prst="ellipse">
            <a:avLst/>
          </a:prstGeom>
          <a:solidFill>
            <a:srgbClr val="a8ea1b"/>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40</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Box 1"/>
          <p:cNvSpPr/>
          <p:nvPr/>
        </p:nvSpPr>
        <p:spPr>
          <a:xfrm>
            <a:off x="457200" y="274320"/>
            <a:ext cx="1127700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600" spc="-1" strike="noStrike">
                <a:solidFill>
                  <a:srgbClr val="000000"/>
                </a:solidFill>
                <a:latin typeface="Calibri"/>
              </a:rPr>
              <a:t>14. Complex layout</a:t>
            </a:r>
            <a:endParaRPr b="0" lang="en-US" sz="3600" spc="-1" strike="noStrike">
              <a:solidFill>
                <a:srgbClr val="000000"/>
              </a:solidFill>
              <a:latin typeface="Arial"/>
            </a:endParaRPr>
          </a:p>
        </p:txBody>
      </p:sp>
      <p:sp>
        <p:nvSpPr>
          <p:cNvPr id="154" name="Rounded Rectangle 2"/>
          <p:cNvSpPr/>
          <p:nvPr/>
        </p:nvSpPr>
        <p:spPr>
          <a:xfrm>
            <a:off x="914400" y="1463040"/>
            <a:ext cx="4571640" cy="2194200"/>
          </a:xfrm>
          <a:prstGeom prst="roundRect">
            <a:avLst>
              <a:gd name="adj" fmla="val 16667"/>
            </a:avLst>
          </a:prstGeom>
          <a:solidFill>
            <a:srgbClr val="c850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1 — </a:t>
            </a:r>
            <a:r>
              <a:rPr b="0" lang="hi-IN" sz="1800" spc="-1" strike="noStrike">
                <a:solidFill>
                  <a:schemeClr val="lt1"/>
                </a:solidFill>
                <a:latin typeface="Calibri"/>
              </a:rPr>
              <a:t>طبقة </a:t>
            </a:r>
            <a:r>
              <a:rPr b="0" lang="en-US" sz="1800" spc="-1" strike="noStrike">
                <a:solidFill>
                  <a:schemeClr val="lt1"/>
                </a:solidFill>
                <a:latin typeface="Calibri"/>
              </a:rPr>
              <a:t>1</a:t>
            </a:r>
            <a:endParaRPr b="0" lang="en-US" sz="1800" spc="-1" strike="noStrike">
              <a:solidFill>
                <a:srgbClr val="ffffff"/>
              </a:solidFill>
              <a:latin typeface="Arial"/>
            </a:endParaRPr>
          </a:p>
        </p:txBody>
      </p:sp>
      <p:sp>
        <p:nvSpPr>
          <p:cNvPr id="155" name="Rounded Rectangle 3"/>
          <p:cNvSpPr/>
          <p:nvPr/>
        </p:nvSpPr>
        <p:spPr>
          <a:xfrm rot="480000">
            <a:off x="2194560" y="2011680"/>
            <a:ext cx="4571640" cy="2194200"/>
          </a:xfrm>
          <a:prstGeom prst="roundRect">
            <a:avLst>
              <a:gd name="adj" fmla="val 16667"/>
            </a:avLst>
          </a:prstGeom>
          <a:solidFill>
            <a:srgbClr val="af64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2 — </a:t>
            </a:r>
            <a:r>
              <a:rPr b="0" lang="hi-IN" sz="1800" spc="-1" strike="noStrike">
                <a:solidFill>
                  <a:schemeClr val="lt1"/>
                </a:solidFill>
                <a:latin typeface="Calibri"/>
              </a:rPr>
              <a:t>طبقة </a:t>
            </a:r>
            <a:r>
              <a:rPr b="0" lang="en-US" sz="1800" spc="-1" strike="noStrike">
                <a:solidFill>
                  <a:schemeClr val="lt1"/>
                </a:solidFill>
                <a:latin typeface="Calibri"/>
              </a:rPr>
              <a:t>2</a:t>
            </a:r>
            <a:endParaRPr b="0" lang="en-US" sz="1800" spc="-1" strike="noStrike">
              <a:solidFill>
                <a:srgbClr val="ffffff"/>
              </a:solidFill>
              <a:latin typeface="Arial"/>
            </a:endParaRPr>
          </a:p>
        </p:txBody>
      </p:sp>
      <p:sp>
        <p:nvSpPr>
          <p:cNvPr id="156" name="Rounded Rectangle 4"/>
          <p:cNvSpPr/>
          <p:nvPr/>
        </p:nvSpPr>
        <p:spPr>
          <a:xfrm rot="960000">
            <a:off x="3474720" y="2560320"/>
            <a:ext cx="4571640" cy="2194200"/>
          </a:xfrm>
          <a:prstGeom prst="roundRect">
            <a:avLst>
              <a:gd name="adj" fmla="val 16667"/>
            </a:avLst>
          </a:prstGeom>
          <a:solidFill>
            <a:srgbClr val="9678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3 — </a:t>
            </a:r>
            <a:r>
              <a:rPr b="0" lang="hi-IN" sz="1800" spc="-1" strike="noStrike">
                <a:solidFill>
                  <a:schemeClr val="lt1"/>
                </a:solidFill>
                <a:latin typeface="Calibri"/>
              </a:rPr>
              <a:t>طبقة </a:t>
            </a:r>
            <a:r>
              <a:rPr b="0" lang="en-US" sz="1800" spc="-1" strike="noStrike">
                <a:solidFill>
                  <a:schemeClr val="lt1"/>
                </a:solidFill>
                <a:latin typeface="Calibri"/>
              </a:rPr>
              <a:t>3</a:t>
            </a:r>
            <a:endParaRPr b="0" lang="en-US" sz="1800" spc="-1" strike="noStrike">
              <a:solidFill>
                <a:srgbClr val="ffffff"/>
              </a:solidFill>
              <a:latin typeface="Arial"/>
            </a:endParaRPr>
          </a:p>
        </p:txBody>
      </p:sp>
      <p:sp>
        <p:nvSpPr>
          <p:cNvPr id="157" name="Rounded Rectangle 5"/>
          <p:cNvSpPr/>
          <p:nvPr/>
        </p:nvSpPr>
        <p:spPr>
          <a:xfrm rot="1440000">
            <a:off x="4754880" y="3108960"/>
            <a:ext cx="4571640" cy="2194200"/>
          </a:xfrm>
          <a:prstGeom prst="roundRect">
            <a:avLst>
              <a:gd name="adj" fmla="val 16667"/>
            </a:avLst>
          </a:prstGeom>
          <a:solidFill>
            <a:srgbClr val="7d8c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4 — </a:t>
            </a:r>
            <a:r>
              <a:rPr b="0" lang="hi-IN" sz="1800" spc="-1" strike="noStrike">
                <a:solidFill>
                  <a:schemeClr val="lt1"/>
                </a:solidFill>
                <a:latin typeface="Calibri"/>
              </a:rPr>
              <a:t>طبقة </a:t>
            </a:r>
            <a:r>
              <a:rPr b="0" lang="en-US" sz="1800" spc="-1" strike="noStrike">
                <a:solidFill>
                  <a:schemeClr val="lt1"/>
                </a:solidFill>
                <a:latin typeface="Calibri"/>
              </a:rPr>
              <a:t>4</a:t>
            </a:r>
            <a:endParaRPr b="0" lang="en-US" sz="1800" spc="-1" strike="noStrike">
              <a:solidFill>
                <a:srgbClr val="ffffff"/>
              </a:solidFill>
              <a:latin typeface="Arial"/>
            </a:endParaRPr>
          </a:p>
        </p:txBody>
      </p:sp>
      <p:sp>
        <p:nvSpPr>
          <p:cNvPr id="158" name="Rounded Rectangle 6"/>
          <p:cNvSpPr/>
          <p:nvPr/>
        </p:nvSpPr>
        <p:spPr>
          <a:xfrm rot="1920000">
            <a:off x="6035040" y="3657240"/>
            <a:ext cx="4571640" cy="2194200"/>
          </a:xfrm>
          <a:prstGeom prst="roundRect">
            <a:avLst>
              <a:gd name="adj" fmla="val 16667"/>
            </a:avLst>
          </a:prstGeom>
          <a:solidFill>
            <a:srgbClr val="64a0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5 — </a:t>
            </a:r>
            <a:r>
              <a:rPr b="0" lang="hi-IN" sz="1800" spc="-1" strike="noStrike">
                <a:solidFill>
                  <a:schemeClr val="lt1"/>
                </a:solidFill>
                <a:latin typeface="Calibri"/>
              </a:rPr>
              <a:t>طبقة </a:t>
            </a:r>
            <a:r>
              <a:rPr b="0" lang="en-US" sz="1800" spc="-1" strike="noStrike">
                <a:solidFill>
                  <a:schemeClr val="lt1"/>
                </a:solidFill>
                <a:latin typeface="Calibri"/>
              </a:rPr>
              <a:t>5</a:t>
            </a:r>
            <a:endParaRPr b="0" lang="en-US" sz="1800" spc="-1" strike="noStrike">
              <a:solidFill>
                <a:srgbClr val="ffffff"/>
              </a:solidFill>
              <a:latin typeface="Arial"/>
            </a:endParaRPr>
          </a:p>
        </p:txBody>
      </p:sp>
      <p:sp>
        <p:nvSpPr>
          <p:cNvPr id="159" name="Rounded Rectangle 7"/>
          <p:cNvSpPr/>
          <p:nvPr/>
        </p:nvSpPr>
        <p:spPr>
          <a:xfrm rot="2400000">
            <a:off x="7315200" y="4205880"/>
            <a:ext cx="4571640" cy="2194200"/>
          </a:xfrm>
          <a:prstGeom prst="roundRect">
            <a:avLst>
              <a:gd name="adj" fmla="val 16667"/>
            </a:avLst>
          </a:prstGeom>
          <a:solidFill>
            <a:srgbClr val="4bb478"/>
          </a:solidFill>
          <a:ln>
            <a:solidFill>
              <a:srgbClr val="4a7eb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defTabSz="457200">
              <a:lnSpc>
                <a:spcPct val="100000"/>
              </a:lnSpc>
            </a:pPr>
            <a:r>
              <a:rPr b="0" lang="en-US" sz="1800" spc="-1" strike="noStrike">
                <a:solidFill>
                  <a:schemeClr val="lt1"/>
                </a:solidFill>
                <a:latin typeface="Calibri"/>
              </a:rPr>
              <a:t>Layer 6 — </a:t>
            </a:r>
            <a:r>
              <a:rPr b="0" lang="hi-IN" sz="1800" spc="-1" strike="noStrike">
                <a:solidFill>
                  <a:schemeClr val="lt1"/>
                </a:solidFill>
                <a:latin typeface="Calibri"/>
              </a:rPr>
              <a:t>طبقة </a:t>
            </a:r>
            <a:r>
              <a:rPr b="0" lang="en-US" sz="1800" spc="-1" strike="noStrike">
                <a:solidFill>
                  <a:schemeClr val="lt1"/>
                </a:solidFill>
                <a:latin typeface="Calibri"/>
              </a:rPr>
              <a:t>6</a:t>
            </a:r>
            <a:endParaRPr b="0" lang="en-US" sz="1800" spc="-1" strike="noStrike">
              <a:solidFill>
                <a:srgbClr val="ffffff"/>
              </a:solidFill>
              <a:latin typeface="Arial"/>
            </a:endParaRPr>
          </a:p>
        </p:txBody>
      </p:sp>
      <p:pic>
        <p:nvPicPr>
          <p:cNvPr id="160" name="Picture 8" descr="image.png"/>
          <p:cNvPicPr/>
          <p:nvPr/>
        </p:nvPicPr>
        <p:blipFill>
          <a:blip r:embed="rId1"/>
          <a:stretch/>
        </p:blipFill>
        <p:spPr>
          <a:xfrm>
            <a:off x="8686800" y="3200400"/>
            <a:ext cx="2742840" cy="27428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785a"/>
        </a:solidFill>
      </p:bgPr>
    </p:bg>
    <p:spTree>
      <p:nvGrpSpPr>
        <p:cNvPr id="1" name=""/>
        <p:cNvGrpSpPr/>
        <p:nvPr/>
      </p:nvGrpSpPr>
      <p:grpSpPr>
        <a:xfrm>
          <a:off x="0" y="0"/>
          <a:ext cx="0" cy="0"/>
          <a:chOff x="0" y="0"/>
          <a:chExt cx="0" cy="0"/>
        </a:xfrm>
      </p:grpSpPr>
      <p:sp>
        <p:nvSpPr>
          <p:cNvPr id="161" name="TextBox 1"/>
          <p:cNvSpPr/>
          <p:nvPr/>
        </p:nvSpPr>
        <p:spPr>
          <a:xfrm>
            <a:off x="457200" y="2743200"/>
            <a:ext cx="11277000" cy="7599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1" lang="en-US" sz="4400" spc="-1" strike="noStrike">
                <a:solidFill>
                  <a:srgbClr val="ffffff"/>
                </a:solidFill>
                <a:latin typeface="Calibri"/>
              </a:rPr>
              <a:t>15. Final slide — </a:t>
            </a:r>
            <a:r>
              <a:rPr b="1" lang="hi-IN" sz="4400" spc="-1" strike="noStrike">
                <a:solidFill>
                  <a:srgbClr val="ffffff"/>
                </a:solidFill>
                <a:latin typeface="Calibri"/>
              </a:rPr>
              <a:t>الشريحة الأخيرة</a:t>
            </a:r>
            <a:endParaRPr b="0" lang="en-US" sz="4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