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 — الشريحة 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 — الشريحة 2</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 — الشريحة 3</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 — الشريحة 4</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 — الشريحة 5</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 — الشريحة 6</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 — الشريحة 7</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 — الشريحة 8</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 — الشريحة 9</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10 — الشريحة 10</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11 — الشريحة 11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12 — الشريحة 12</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13 — الشريحة 13</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14 — الشريحة 14</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15 — الشريحة 15</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16 — الشريحة 16</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17 — الشريحة 17</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18 — الشريحة 18</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19 — الشريحة 19</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20 — الشريحة 20</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21 — الشريحة 21</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22 — الشريحة 22</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23 — الشريحة 23</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24 — الشريحة 24</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25 — الشريحة 25</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26 — الشريحة 26</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27 — الشريحة 27</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28 — الشريحة 28</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29 — الشريحة 29</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30 — الشريحة 30</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31 — الشريحة 31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32 — الشريحة 32</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33 — الشريحة 33</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34 — الشريحة 34</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35 — الشريحة 35</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36 — الشريحة 36</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37 — الشريحة 37</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38 — الشريحة 38</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39 — الشريحة 39</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40 — الشريحة 40</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41 — الشريحة 41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42 — الشريحة 42</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43 — الشريحة 43</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44 — الشريحة 44</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45 — الشريحة 45</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46 — الشريحة 46</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47 — الشريحة 47</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48 — الشريحة 48</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49 — الشريحة 49</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50 — الشريحة 50</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