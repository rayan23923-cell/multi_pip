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Sales</c:v>
                </c:pt>
              </c:strCache>
            </c:strRef>
          </c:tx>
          <c:cat>
            <c:strRef>
              <c:f>Sheet1!$A$2:$A$5</c:f>
              <c:strCache>
                <c:ptCount val="4"/>
                <c:pt idx="0">
                  <c:v>Jan</c:v>
                </c:pt>
                <c:pt idx="1">
                  <c:v>Feb</c:v>
                </c:pt>
                <c:pt idx="2">
                  <c:v>Mar</c:v>
                </c:pt>
                <c:pt idx="3">
                  <c:v>Apr</c:v>
                </c:pt>
              </c:strCache>
            </c:strRef>
          </c:cat>
          <c:val>
            <c:numRef>
              <c:f>Sheet1!$B$2:$B$5</c:f>
              <c:numCache>
                <c:formatCode>General</c:formatCode>
                <c:ptCount val="4"/>
                <c:pt idx="0">
                  <c:v>12</c:v>
                </c:pt>
                <c:pt idx="1">
                  <c:v>19</c:v>
                </c:pt>
                <c:pt idx="2">
                  <c:v>7</c:v>
                </c:pt>
                <c:pt idx="3">
                  <c:v>24</c:v>
                </c:pt>
              </c:numCache>
            </c:numRef>
          </c:val>
        </c:ser>
        <c:ser>
          <c:idx val="1"/>
          <c:order val="1"/>
          <c:tx>
            <c:strRef>
              <c:f>Sheet1!$C$1</c:f>
              <c:strCache>
                <c:ptCount val="1"/>
                <c:pt idx="0">
                  <c:v>Costs</c:v>
                </c:pt>
              </c:strCache>
            </c:strRef>
          </c:tx>
          <c:cat>
            <c:strRef>
              <c:f>Sheet1!$A$2:$A$5</c:f>
              <c:strCache>
                <c:ptCount val="4"/>
                <c:pt idx="0">
                  <c:v>Jan</c:v>
                </c:pt>
                <c:pt idx="1">
                  <c:v>Feb</c:v>
                </c:pt>
                <c:pt idx="2">
                  <c:v>Mar</c:v>
                </c:pt>
                <c:pt idx="3">
                  <c:v>Apr</c:v>
                </c:pt>
              </c:strCache>
            </c:strRef>
          </c:cat>
          <c:val>
            <c:numRef>
              <c:f>Sheet1!$C$2:$C$5</c:f>
              <c:numCache>
                <c:formatCode>General</c:formatCode>
                <c:ptCount val="4"/>
                <c:pt idx="0">
                  <c:v>8</c:v>
                </c:pt>
                <c:pt idx="1">
                  <c:v>11</c:v>
                </c:pt>
                <c:pt idx="2">
                  <c:v>9</c:v>
                </c:pt>
                <c:pt idx="3">
                  <c:v>13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 Text</a:t>
            </a:r>
          </a:p>
        </p:txBody>
      </p:sp>
      <p:sp>
        <p:nvSpPr>
          <p:cNvPr id="3" name="TextBox 2"/>
          <p:cNvSpPr txBox="1"/>
          <p:nvPr/>
        </p:nvSpPr>
        <p:spPr>
          <a:xfrm>
            <a:off x="457200" y="1463040"/>
            <a:ext cx="10972800" cy="914400"/>
          </a:xfrm>
          <a:prstGeom prst="rect">
            <a:avLst/>
          </a:prstGeom>
          <a:noFill/>
        </p:spPr>
        <p:txBody>
          <a:bodyPr wrap="square">
            <a:spAutoFit/>
          </a:bodyPr>
          <a:lstStyle/>
          <a:p>
            <a:pPr algn="l"/>
            <a:r>
              <a:rPr sz="2800" b="0">
                <a:solidFill>
                  <a:srgbClr val="000000"/>
                </a:solidFill>
                <a:latin typeface="Calibri"/>
              </a:rPr>
              <a:t>TaskLens PowerPoint audit. Plain text in Calibri, 28 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2. Multiple fonts</a:t>
            </a:r>
          </a:p>
        </p:txBody>
      </p:sp>
      <p:sp>
        <p:nvSpPr>
          <p:cNvPr id="3" name="TextBox 2"/>
          <p:cNvSpPr txBox="1"/>
          <p:nvPr/>
        </p:nvSpPr>
        <p:spPr>
          <a:xfrm>
            <a:off x="457200" y="1280160"/>
            <a:ext cx="10972800" cy="731520"/>
          </a:xfrm>
          <a:prstGeom prst="rect">
            <a:avLst/>
          </a:prstGeom>
          <a:noFill/>
        </p:spPr>
        <p:txBody>
          <a:bodyPr wrap="square">
            <a:spAutoFit/>
          </a:bodyPr>
          <a:lstStyle/>
          <a:p>
            <a:pPr algn="l"/>
            <a:r>
              <a:rPr sz="2800" b="0">
                <a:solidFill>
                  <a:srgbClr val="000000"/>
                </a:solidFill>
                <a:latin typeface="Calibri"/>
              </a:rPr>
              <a:t>Calibri 28 pt — The quick brown fox 0123456789</a:t>
            </a:r>
          </a:p>
        </p:txBody>
      </p:sp>
      <p:sp>
        <p:nvSpPr>
          <p:cNvPr id="4" name="TextBox 3"/>
          <p:cNvSpPr txBox="1"/>
          <p:nvPr/>
        </p:nvSpPr>
        <p:spPr>
          <a:xfrm>
            <a:off x="457200" y="2103120"/>
            <a:ext cx="10972800" cy="731520"/>
          </a:xfrm>
          <a:prstGeom prst="rect">
            <a:avLst/>
          </a:prstGeom>
          <a:noFill/>
        </p:spPr>
        <p:txBody>
          <a:bodyPr wrap="square">
            <a:spAutoFit/>
          </a:bodyPr>
          <a:lstStyle/>
          <a:p>
            <a:pPr algn="l"/>
            <a:r>
              <a:rPr sz="2800" b="0">
                <a:solidFill>
                  <a:srgbClr val="000000"/>
                </a:solidFill>
                <a:latin typeface="Times New Roman"/>
              </a:rPr>
              <a:t>Times New Roman 28 pt — The quick brown fox 0123456789</a:t>
            </a:r>
          </a:p>
        </p:txBody>
      </p:sp>
      <p:sp>
        <p:nvSpPr>
          <p:cNvPr id="5" name="TextBox 4"/>
          <p:cNvSpPr txBox="1"/>
          <p:nvPr/>
        </p:nvSpPr>
        <p:spPr>
          <a:xfrm>
            <a:off x="457200" y="2926080"/>
            <a:ext cx="10972800" cy="731520"/>
          </a:xfrm>
          <a:prstGeom prst="rect">
            <a:avLst/>
          </a:prstGeom>
          <a:noFill/>
        </p:spPr>
        <p:txBody>
          <a:bodyPr wrap="square">
            <a:spAutoFit/>
          </a:bodyPr>
          <a:lstStyle/>
          <a:p>
            <a:pPr algn="l"/>
            <a:r>
              <a:rPr sz="2400" b="0">
                <a:solidFill>
                  <a:srgbClr val="000000"/>
                </a:solidFill>
                <a:latin typeface="Courier New"/>
              </a:rPr>
              <a:t>Courier New 24 pt — The quick brown fox 0123456789</a:t>
            </a:r>
          </a:p>
        </p:txBody>
      </p:sp>
      <p:sp>
        <p:nvSpPr>
          <p:cNvPr id="6" name="TextBox 5"/>
          <p:cNvSpPr txBox="1"/>
          <p:nvPr/>
        </p:nvSpPr>
        <p:spPr>
          <a:xfrm>
            <a:off x="457200" y="3749039"/>
            <a:ext cx="10972800" cy="731520"/>
          </a:xfrm>
          <a:prstGeom prst="rect">
            <a:avLst/>
          </a:prstGeom>
          <a:noFill/>
        </p:spPr>
        <p:txBody>
          <a:bodyPr wrap="square">
            <a:spAutoFit/>
          </a:bodyPr>
          <a:lstStyle/>
          <a:p>
            <a:pPr algn="l"/>
            <a:r>
              <a:rPr sz="2600" b="0">
                <a:solidFill>
                  <a:srgbClr val="000000"/>
                </a:solidFill>
                <a:latin typeface="Arial Black"/>
              </a:rPr>
              <a:t>Arial Black 26 pt — The quick brown fox 0123456789</a:t>
            </a:r>
          </a:p>
        </p:txBody>
      </p:sp>
      <p:sp>
        <p:nvSpPr>
          <p:cNvPr id="7" name="TextBox 6"/>
          <p:cNvSpPr txBox="1"/>
          <p:nvPr/>
        </p:nvSpPr>
        <p:spPr>
          <a:xfrm>
            <a:off x="457200" y="4572000"/>
            <a:ext cx="10972800" cy="731520"/>
          </a:xfrm>
          <a:prstGeom prst="rect">
            <a:avLst/>
          </a:prstGeom>
          <a:noFill/>
        </p:spPr>
        <p:txBody>
          <a:bodyPr wrap="square">
            <a:spAutoFit/>
          </a:bodyPr>
          <a:lstStyle/>
          <a:p>
            <a:pPr algn="l"/>
            <a:r>
              <a:rPr sz="3000" b="0">
                <a:solidFill>
                  <a:srgbClr val="000000"/>
                </a:solidFill>
                <a:latin typeface="Georgia"/>
              </a:rPr>
              <a:t>Georgia 30 pt — The quick brown fox 0123456789</a:t>
            </a:r>
          </a:p>
        </p:txBody>
      </p:sp>
      <p:sp>
        <p:nvSpPr>
          <p:cNvPr id="8" name="TextBox 7"/>
          <p:cNvSpPr txBox="1"/>
          <p:nvPr/>
        </p:nvSpPr>
        <p:spPr>
          <a:xfrm>
            <a:off x="457200" y="5394960"/>
            <a:ext cx="10972800" cy="731520"/>
          </a:xfrm>
          <a:prstGeom prst="rect">
            <a:avLst/>
          </a:prstGeom>
          <a:noFill/>
        </p:spPr>
        <p:txBody>
          <a:bodyPr wrap="square">
            <a:spAutoFit/>
          </a:bodyPr>
          <a:lstStyle/>
          <a:p>
            <a:pPr algn="l"/>
            <a:r>
              <a:rPr sz="2800" b="0">
                <a:solidFill>
                  <a:srgbClr val="000000"/>
                </a:solidFill>
                <a:latin typeface="Helvetica Neue"/>
              </a:rPr>
              <a:t>Helvetica Neue 28 pt — The quick brown fox 0123456789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3. Images</a:t>
            </a:r>
          </a:p>
        </p:txBody>
      </p:sp>
      <p:pic>
        <p:nvPicPr>
          <p:cNvPr id="3" name="Picture 2" descr="image.png"/>
          <p:cNvPicPr>
            <a:picLocks noChangeAspect="1"/>
          </p:cNvPicPr>
          <p:nvPr/>
        </p:nvPicPr>
        <p:blipFill>
          <a:blip r:embed="rId2"/>
          <a:stretch>
            <a:fillRect/>
          </a:stretch>
        </p:blipFill>
        <p:spPr>
          <a:xfrm>
            <a:off x="457200" y="1463040"/>
            <a:ext cx="3657600" cy="2743200"/>
          </a:xfrm>
          <a:prstGeom prst="rect">
            <a:avLst/>
          </a:prstGeom>
        </p:spPr>
      </p:pic>
      <p:pic>
        <p:nvPicPr>
          <p:cNvPr id="4" name="Picture 3" descr="image.png"/>
          <p:cNvPicPr>
            <a:picLocks noChangeAspect="1"/>
          </p:cNvPicPr>
          <p:nvPr/>
        </p:nvPicPr>
        <p:blipFill>
          <a:blip r:embed="rId3"/>
          <a:stretch>
            <a:fillRect/>
          </a:stretch>
        </p:blipFill>
        <p:spPr>
          <a:xfrm>
            <a:off x="4297680" y="1463040"/>
            <a:ext cx="3657600" cy="2743200"/>
          </a:xfrm>
          <a:prstGeom prst="rect">
            <a:avLst/>
          </a:prstGeom>
        </p:spPr>
      </p:pic>
      <p:pic>
        <p:nvPicPr>
          <p:cNvPr id="5" name="Picture 4" descr="image.png"/>
          <p:cNvPicPr>
            <a:picLocks noChangeAspect="1"/>
          </p:cNvPicPr>
          <p:nvPr/>
        </p:nvPicPr>
        <p:blipFill>
          <a:blip r:embed="rId4"/>
          <a:stretch>
            <a:fillRect/>
          </a:stretch>
        </p:blipFill>
        <p:spPr>
          <a:xfrm>
            <a:off x="8138160" y="1463040"/>
            <a:ext cx="36576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4. Shapes</a:t>
            </a:r>
          </a:p>
        </p:txBody>
      </p:sp>
      <p:sp>
        <p:nvSpPr>
          <p:cNvPr id="3" name="Rectangle 2"/>
          <p:cNvSpPr/>
          <p:nvPr/>
        </p:nvSpPr>
        <p:spPr>
          <a:xfrm>
            <a:off x="457200" y="1463040"/>
            <a:ext cx="3291840" cy="2194560"/>
          </a:xfrm>
          <a:prstGeom prst="rect">
            <a:avLst/>
          </a:prstGeom>
          <a:solidFill>
            <a:srgbClr val="0078FF"/>
          </a:solidFill>
        </p:spPr>
        <p:style>
          <a:lnRef idx="1">
            <a:schemeClr val="accent1"/>
          </a:lnRef>
          <a:fillRef idx="3">
            <a:schemeClr val="accent1"/>
          </a:fillRef>
          <a:effectRef idx="2">
            <a:schemeClr val="accent1"/>
          </a:effectRef>
          <a:fontRef idx="minor">
            <a:schemeClr val="lt1"/>
          </a:fontRef>
        </p:style>
        <p:txBody>
          <a:bodyPr rtlCol="0" anchor="ctr"/>
          <a:lstStyle/>
          <a:p>
            <a:r>
              <a:t>RECTANGLE</a:t>
            </a:r>
          </a:p>
        </p:txBody>
      </p:sp>
      <p:sp>
        <p:nvSpPr>
          <p:cNvPr id="4" name="Oval 3"/>
          <p:cNvSpPr/>
          <p:nvPr/>
        </p:nvSpPr>
        <p:spPr>
          <a:xfrm>
            <a:off x="4297680" y="1463040"/>
            <a:ext cx="3291840" cy="2194560"/>
          </a:xfrm>
          <a:prstGeom prst="ellipse">
            <a:avLst/>
          </a:prstGeom>
          <a:solidFill>
            <a:srgbClr val="2878E1"/>
          </a:solidFill>
        </p:spPr>
        <p:style>
          <a:lnRef idx="1">
            <a:schemeClr val="accent1"/>
          </a:lnRef>
          <a:fillRef idx="3">
            <a:schemeClr val="accent1"/>
          </a:fillRef>
          <a:effectRef idx="2">
            <a:schemeClr val="accent1"/>
          </a:effectRef>
          <a:fontRef idx="minor">
            <a:schemeClr val="lt1"/>
          </a:fontRef>
        </p:style>
        <p:txBody>
          <a:bodyPr rtlCol="0" anchor="ctr"/>
          <a:lstStyle/>
          <a:p>
            <a:r>
              <a:t>OVAL</a:t>
            </a:r>
          </a:p>
        </p:txBody>
      </p:sp>
      <p:sp>
        <p:nvSpPr>
          <p:cNvPr id="5" name="Rounded Rectangle 4"/>
          <p:cNvSpPr/>
          <p:nvPr/>
        </p:nvSpPr>
        <p:spPr>
          <a:xfrm>
            <a:off x="8138160" y="1463040"/>
            <a:ext cx="3291840" cy="2194560"/>
          </a:xfrm>
          <a:prstGeom prst="roundRect">
            <a:avLst/>
          </a:prstGeom>
          <a:solidFill>
            <a:srgbClr val="5078C3"/>
          </a:solidFill>
        </p:spPr>
        <p:style>
          <a:lnRef idx="1">
            <a:schemeClr val="accent1"/>
          </a:lnRef>
          <a:fillRef idx="3">
            <a:schemeClr val="accent1"/>
          </a:fillRef>
          <a:effectRef idx="2">
            <a:schemeClr val="accent1"/>
          </a:effectRef>
          <a:fontRef idx="minor">
            <a:schemeClr val="lt1"/>
          </a:fontRef>
        </p:style>
        <p:txBody>
          <a:bodyPr rtlCol="0" anchor="ctr"/>
          <a:lstStyle/>
          <a:p>
            <a:r>
              <a:t>ROUNDED_RECTANGLE</a:t>
            </a:r>
          </a:p>
        </p:txBody>
      </p:sp>
      <p:sp>
        <p:nvSpPr>
          <p:cNvPr id="6" name="Isosceles Triangle 5"/>
          <p:cNvSpPr/>
          <p:nvPr/>
        </p:nvSpPr>
        <p:spPr>
          <a:xfrm>
            <a:off x="457200" y="4023360"/>
            <a:ext cx="3291840" cy="2194560"/>
          </a:xfrm>
          <a:prstGeom prst="triangle">
            <a:avLst/>
          </a:prstGeom>
          <a:solidFill>
            <a:srgbClr val="7878A5"/>
          </a:solidFill>
        </p:spPr>
        <p:style>
          <a:lnRef idx="1">
            <a:schemeClr val="accent1"/>
          </a:lnRef>
          <a:fillRef idx="3">
            <a:schemeClr val="accent1"/>
          </a:fillRef>
          <a:effectRef idx="2">
            <a:schemeClr val="accent1"/>
          </a:effectRef>
          <a:fontRef idx="minor">
            <a:schemeClr val="lt1"/>
          </a:fontRef>
        </p:style>
        <p:txBody>
          <a:bodyPr rtlCol="0" anchor="ctr"/>
          <a:lstStyle/>
          <a:p>
            <a:r>
              <a:t>ISOSCELES_TRIANGLE</a:t>
            </a:r>
          </a:p>
        </p:txBody>
      </p:sp>
      <p:sp>
        <p:nvSpPr>
          <p:cNvPr id="7" name="Right Arrow 6"/>
          <p:cNvSpPr/>
          <p:nvPr/>
        </p:nvSpPr>
        <p:spPr>
          <a:xfrm>
            <a:off x="4297680" y="4023360"/>
            <a:ext cx="3291840" cy="2194560"/>
          </a:xfrm>
          <a:prstGeom prst="rightArrow">
            <a:avLst/>
          </a:prstGeom>
          <a:solidFill>
            <a:srgbClr val="A07887"/>
          </a:solidFill>
        </p:spPr>
        <p:style>
          <a:lnRef idx="1">
            <a:schemeClr val="accent1"/>
          </a:lnRef>
          <a:fillRef idx="3">
            <a:schemeClr val="accent1"/>
          </a:fillRef>
          <a:effectRef idx="2">
            <a:schemeClr val="accent1"/>
          </a:effectRef>
          <a:fontRef idx="minor">
            <a:schemeClr val="lt1"/>
          </a:fontRef>
        </p:style>
        <p:txBody>
          <a:bodyPr rtlCol="0" anchor="ctr"/>
          <a:lstStyle/>
          <a:p>
            <a:r>
              <a:t>RIGHT_ARROW</a:t>
            </a:r>
          </a:p>
        </p:txBody>
      </p:sp>
      <p:sp>
        <p:nvSpPr>
          <p:cNvPr id="8" name="5-Point Star 7"/>
          <p:cNvSpPr/>
          <p:nvPr/>
        </p:nvSpPr>
        <p:spPr>
          <a:xfrm>
            <a:off x="8138160" y="4023360"/>
            <a:ext cx="3291840" cy="2194560"/>
          </a:xfrm>
          <a:prstGeom prst="star5">
            <a:avLst/>
          </a:prstGeom>
          <a:solidFill>
            <a:srgbClr val="C87869"/>
          </a:solidFill>
        </p:spPr>
        <p:style>
          <a:lnRef idx="1">
            <a:schemeClr val="accent1"/>
          </a:lnRef>
          <a:fillRef idx="3">
            <a:schemeClr val="accent1"/>
          </a:fillRef>
          <a:effectRef idx="2">
            <a:schemeClr val="accent1"/>
          </a:effectRef>
          <a:fontRef idx="minor">
            <a:schemeClr val="lt1"/>
          </a:fontRef>
        </p:style>
        <p:txBody>
          <a:bodyPr rtlCol="0" anchor="ctr"/>
          <a:lstStyle/>
          <a:p>
            <a:r>
              <a:t>STAR_5_POINT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5. Table</a:t>
            </a:r>
          </a:p>
        </p:txBody>
      </p:sp>
      <p:graphicFrame>
        <p:nvGraphicFramePr>
          <p:cNvPr id="3" name="Table 2"/>
          <p:cNvGraphicFramePr>
            <a:graphicFrameLocks noGrp="1"/>
          </p:cNvGraphicFramePr>
          <p:nvPr/>
        </p:nvGraphicFramePr>
        <p:xfrm>
          <a:off x="457200" y="1463040"/>
          <a:ext cx="10972800" cy="3657600"/>
        </p:xfrm>
        <a:graphic>
          <a:graphicData uri="http://schemas.openxmlformats.org/drawingml/2006/table">
            <a:tbl>
              <a:tblPr firstRow="1" bandRow="1">
                <a:tableStyleId>{5C22544A-7EE6-4342-B048-85BDC9FD1C3A}</a:tableStyleId>
              </a:tblPr>
              <a:tblGrid>
                <a:gridCol w="2743200"/>
                <a:gridCol w="2743200"/>
                <a:gridCol w="2743200"/>
                <a:gridCol w="2743200"/>
              </a:tblGrid>
              <a:tr h="731520">
                <a:tc>
                  <a:txBody>
                    <a:bodyPr/>
                    <a:lstStyle/>
                    <a:p>
                      <a:r>
                        <a:t>Item</a:t>
                      </a:r>
                    </a:p>
                  </a:txBody>
                  <a:tcPr/>
                </a:tc>
                <a:tc>
                  <a:txBody>
                    <a:bodyPr/>
                    <a:lstStyle/>
                    <a:p>
                      <a:r>
                        <a:t>Q1</a:t>
                      </a:r>
                    </a:p>
                  </a:txBody>
                  <a:tcPr/>
                </a:tc>
                <a:tc>
                  <a:txBody>
                    <a:bodyPr/>
                    <a:lstStyle/>
                    <a:p>
                      <a:r>
                        <a:t>Q2</a:t>
                      </a:r>
                    </a:p>
                  </a:txBody>
                  <a:tcPr/>
                </a:tc>
                <a:tc>
                  <a:txBody>
                    <a:bodyPr/>
                    <a:lstStyle/>
                    <a:p>
                      <a:r>
                        <a:t>Q3</a:t>
                      </a:r>
                    </a:p>
                  </a:txBody>
                  <a:tcPr/>
                </a:tc>
              </a:tr>
              <a:tr h="731520">
                <a:tc>
                  <a:txBody>
                    <a:bodyPr/>
                    <a:lstStyle/>
                    <a:p>
                      <a:r>
                        <a:t>Row 1</a:t>
                      </a:r>
                    </a:p>
                  </a:txBody>
                  <a:tcPr/>
                </a:tc>
                <a:tc>
                  <a:txBody>
                    <a:bodyPr/>
                    <a:lstStyle/>
                    <a:p>
                      <a:r>
                        <a:t>11</a:t>
                      </a:r>
                    </a:p>
                  </a:txBody>
                  <a:tcPr/>
                </a:tc>
                <a:tc>
                  <a:txBody>
                    <a:bodyPr/>
                    <a:lstStyle/>
                    <a:p>
                      <a:r>
                        <a:t>12</a:t>
                      </a:r>
                    </a:p>
                  </a:txBody>
                  <a:tcPr/>
                </a:tc>
                <a:tc>
                  <a:txBody>
                    <a:bodyPr/>
                    <a:lstStyle/>
                    <a:p>
                      <a:r>
                        <a:t>13</a:t>
                      </a:r>
                    </a:p>
                  </a:txBody>
                  <a:tcPr/>
                </a:tc>
              </a:tr>
              <a:tr h="731520">
                <a:tc>
                  <a:txBody>
                    <a:bodyPr/>
                    <a:lstStyle/>
                    <a:p>
                      <a:r>
                        <a:t>Row 2</a:t>
                      </a:r>
                    </a:p>
                  </a:txBody>
                  <a:tcPr/>
                </a:tc>
                <a:tc>
                  <a:txBody>
                    <a:bodyPr/>
                    <a:lstStyle/>
                    <a:p>
                      <a:r>
                        <a:t>21</a:t>
                      </a:r>
                    </a:p>
                  </a:txBody>
                  <a:tcPr/>
                </a:tc>
                <a:tc>
                  <a:txBody>
                    <a:bodyPr/>
                    <a:lstStyle/>
                    <a:p>
                      <a:r>
                        <a:t>22</a:t>
                      </a:r>
                    </a:p>
                  </a:txBody>
                  <a:tcPr/>
                </a:tc>
                <a:tc>
                  <a:txBody>
                    <a:bodyPr/>
                    <a:lstStyle/>
                    <a:p>
                      <a:r>
                        <a:t>23</a:t>
                      </a:r>
                    </a:p>
                  </a:txBody>
                  <a:tcPr/>
                </a:tc>
              </a:tr>
              <a:tr h="731520">
                <a:tc>
                  <a:txBody>
                    <a:bodyPr/>
                    <a:lstStyle/>
                    <a:p>
                      <a:r>
                        <a:t>Row 3</a:t>
                      </a:r>
                    </a:p>
                  </a:txBody>
                  <a:tcPr/>
                </a:tc>
                <a:tc>
                  <a:txBody>
                    <a:bodyPr/>
                    <a:lstStyle/>
                    <a:p>
                      <a:r>
                        <a:t>31</a:t>
                      </a:r>
                    </a:p>
                  </a:txBody>
                  <a:tcPr/>
                </a:tc>
                <a:tc>
                  <a:txBody>
                    <a:bodyPr/>
                    <a:lstStyle/>
                    <a:p>
                      <a:r>
                        <a:t>32</a:t>
                      </a:r>
                    </a:p>
                  </a:txBody>
                  <a:tcPr/>
                </a:tc>
                <a:tc>
                  <a:txBody>
                    <a:bodyPr/>
                    <a:lstStyle/>
                    <a:p>
                      <a:r>
                        <a:t>33</a:t>
                      </a:r>
                    </a:p>
                  </a:txBody>
                  <a:tcPr/>
                </a:tc>
              </a:tr>
              <a:tr h="731520">
                <a:tc>
                  <a:txBody>
                    <a:bodyPr/>
                    <a:lstStyle/>
                    <a:p>
                      <a:r>
                        <a:t>Row 4</a:t>
                      </a:r>
                    </a:p>
                  </a:txBody>
                  <a:tcPr/>
                </a:tc>
                <a:tc>
                  <a:txBody>
                    <a:bodyPr/>
                    <a:lstStyle/>
                    <a:p>
                      <a:r>
                        <a:t>41</a:t>
                      </a:r>
                    </a:p>
                  </a:txBody>
                  <a:tcPr/>
                </a:tc>
                <a:tc>
                  <a:txBody>
                    <a:bodyPr/>
                    <a:lstStyle/>
                    <a:p>
                      <a:r>
                        <a:t>42</a:t>
                      </a:r>
                    </a:p>
                  </a:txBody>
                  <a:tcPr/>
                </a:tc>
                <a:tc>
                  <a:txBody>
                    <a:bodyPr/>
                    <a:lstStyle/>
                    <a:p>
                      <a:r>
                        <a:t>43</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6. Chart</a:t>
            </a:r>
          </a:p>
        </p:txBody>
      </p:sp>
      <p:graphicFrame>
        <p:nvGraphicFramePr>
          <p:cNvPr id="3" name="Chart 2"/>
          <p:cNvGraphicFramePr>
            <a:graphicFrameLocks noGrp="1"/>
          </p:cNvGraphicFramePr>
          <p:nvPr/>
        </p:nvGraphicFramePr>
        <p:xfrm>
          <a:off x="457200" y="1280160"/>
          <a:ext cx="10972800" cy="512064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E46"/>
        </a:solidFill>
        <a:effectLst/>
      </p:bgPr>
    </p:bg>
    <p:spTree>
      <p:nvGrpSpPr>
        <p:cNvPr id="1" name=""/>
        <p:cNvGrpSpPr/>
        <p:nvPr/>
      </p:nvGrpSpPr>
      <p:grpSpPr/>
      <p:sp>
        <p:nvSpPr>
          <p:cNvPr id="2" name="TextBox 1"/>
          <p:cNvSpPr txBox="1"/>
          <p:nvPr/>
        </p:nvSpPr>
        <p:spPr>
          <a:xfrm>
            <a:off x="457200" y="274320"/>
            <a:ext cx="10972800" cy="914400"/>
          </a:xfrm>
          <a:prstGeom prst="rect">
            <a:avLst/>
          </a:prstGeom>
          <a:noFill/>
        </p:spPr>
        <p:txBody>
          <a:bodyPr wrap="square">
            <a:spAutoFit/>
          </a:bodyPr>
          <a:lstStyle/>
          <a:p>
            <a:pPr algn="l"/>
            <a:r>
              <a:rPr sz="3600" b="1">
                <a:solidFill>
                  <a:srgbClr val="FFFFFF"/>
                </a:solidFill>
                <a:latin typeface="Calibri"/>
              </a:rPr>
              <a:t>7. Dark background, white text</a:t>
            </a:r>
          </a:p>
        </p:txBody>
      </p:sp>
      <p:sp>
        <p:nvSpPr>
          <p:cNvPr id="3" name="Rectangle 2"/>
          <p:cNvSpPr/>
          <p:nvPr/>
        </p:nvSpPr>
        <p:spPr>
          <a:xfrm>
            <a:off x="0" y="5029200"/>
            <a:ext cx="12191695" cy="1828800"/>
          </a:xfrm>
          <a:prstGeom prst="rect">
            <a:avLst/>
          </a:prstGeom>
          <a:solidFill>
            <a:srgbClr val="FAC828"/>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8. Title and Content layout</a:t>
            </a:r>
          </a:p>
        </p:txBody>
      </p:sp>
      <p:sp>
        <p:nvSpPr>
          <p:cNvPr id="3" name="Content Placeholder 2"/>
          <p:cNvSpPr>
            <a:spLocks noGrp="1"/>
          </p:cNvSpPr>
          <p:nvPr>
            <p:ph idx="1"/>
          </p:nvPr>
        </p:nvSpPr>
        <p:spPr/>
        <p:txBody>
          <a:bodyPr/>
          <a:lstStyle/>
          <a:p>
            <a:r>
              <a:t>Bullet one</a:t>
            </a:r>
          </a:p>
          <a:p>
            <a:r>
              <a:t>Bullet two</a:t>
            </a:r>
          </a:p>
          <a:p>
            <a:pPr lvl="1"/>
            <a:r>
              <a:t>Bullet three (level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r" rtl="1"/>
            <a:r>
              <a:rPr sz="3600" b="1" lang="ar-SA">
                <a:solidFill>
                  <a:srgbClr val="000000"/>
                </a:solidFill>
                <a:latin typeface="Arial"/>
                <a:cs typeface="Arial"/>
              </a:rPr>
              <a:t>٩. نص عربي</a:t>
            </a:r>
          </a:p>
        </p:txBody>
      </p:sp>
      <p:sp>
        <p:nvSpPr>
          <p:cNvPr id="3" name="TextBox 2"/>
          <p:cNvSpPr txBox="1"/>
          <p:nvPr/>
        </p:nvSpPr>
        <p:spPr>
          <a:xfrm>
            <a:off x="457200" y="1463040"/>
            <a:ext cx="11277295" cy="2743200"/>
          </a:xfrm>
          <a:prstGeom prst="rect">
            <a:avLst/>
          </a:prstGeom>
          <a:noFill/>
        </p:spPr>
        <p:txBody>
          <a:bodyPr wrap="square">
            <a:spAutoFit/>
          </a:bodyPr>
          <a:lstStyle/>
          <a:p>
            <a:pPr algn="r" rtl="1"/>
            <a:r>
              <a:rPr sz="3000" b="0" lang="ar-SA">
                <a:solidFill>
                  <a:srgbClr val="000000"/>
                </a:solidFill>
                <a:latin typeface="Arial"/>
                <a:cs typeface="Arial"/>
              </a:rPr>
              <a:t>مرحباً بكم في تطبيق TaskLens. هذه شريحة لاختبار تشكيل الحروف العربية والاتجاه من اليمين إلى اليسار، مع علامات الترقيم: «اقتباس»، وسؤال؟ وفاصلة، ونقطة.</a:t>
            </a:r>
          </a:p>
        </p:txBody>
      </p:sp>
      <p:sp>
        <p:nvSpPr>
          <p:cNvPr id="4" name="TextBox 3"/>
          <p:cNvSpPr txBox="1"/>
          <p:nvPr/>
        </p:nvSpPr>
        <p:spPr>
          <a:xfrm>
            <a:off x="457200" y="4572000"/>
            <a:ext cx="11277295" cy="914400"/>
          </a:xfrm>
          <a:prstGeom prst="rect">
            <a:avLst/>
          </a:prstGeom>
          <a:noFill/>
        </p:spPr>
        <p:txBody>
          <a:bodyPr wrap="square">
            <a:spAutoFit/>
          </a:bodyPr>
          <a:lstStyle/>
          <a:p>
            <a:pPr algn="r" rtl="1"/>
            <a:r>
              <a:rPr sz="2800" b="0" lang="ar-SA">
                <a:solidFill>
                  <a:srgbClr val="000000"/>
                </a:solidFill>
                <a:latin typeface="Arial"/>
                <a:cs typeface="Arial"/>
              </a:rPr>
              <a:t>الأرقام: ١٢٣٤٥٦٧٨٩٠ و 1234567890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10. Mixed Arabic + English</a:t>
            </a:r>
          </a:p>
        </p:txBody>
      </p:sp>
      <p:sp>
        <p:nvSpPr>
          <p:cNvPr id="3" name="TextBox 2"/>
          <p:cNvSpPr txBox="1"/>
          <p:nvPr/>
        </p:nvSpPr>
        <p:spPr>
          <a:xfrm>
            <a:off x="457200" y="1463040"/>
            <a:ext cx="11277295" cy="1463040"/>
          </a:xfrm>
          <a:prstGeom prst="rect">
            <a:avLst/>
          </a:prstGeom>
          <a:noFill/>
        </p:spPr>
        <p:txBody>
          <a:bodyPr wrap="square">
            <a:spAutoFit/>
          </a:bodyPr>
          <a:lstStyle/>
          <a:p>
            <a:pPr algn="r" rtl="1"/>
            <a:r>
              <a:rPr sz="3000" b="0" lang="ar-SA">
                <a:solidFill>
                  <a:srgbClr val="000000"/>
                </a:solidFill>
                <a:latin typeface="Arial"/>
                <a:cs typeface="Arial"/>
              </a:rPr>
              <a:t>اجتماع الفريق يوم Monday الساعة 10:30 AM في غرفة Meeting Room B، والميزانية 25,000 SAR.</a:t>
            </a:r>
          </a:p>
        </p:txBody>
      </p:sp>
      <p:sp>
        <p:nvSpPr>
          <p:cNvPr id="4" name="TextBox 3"/>
          <p:cNvSpPr txBox="1"/>
          <p:nvPr/>
        </p:nvSpPr>
        <p:spPr>
          <a:xfrm>
            <a:off x="457200" y="3291840"/>
            <a:ext cx="11277295" cy="1280160"/>
          </a:xfrm>
          <a:prstGeom prst="rect">
            <a:avLst/>
          </a:prstGeom>
          <a:noFill/>
        </p:spPr>
        <p:txBody>
          <a:bodyPr wrap="square">
            <a:spAutoFit/>
          </a:bodyPr>
          <a:lstStyle/>
          <a:p>
            <a:pPr algn="l"/>
            <a:r>
              <a:rPr sz="3000" b="0">
                <a:solidFill>
                  <a:srgbClr val="000000"/>
                </a:solidFill>
                <a:latin typeface="Calibri"/>
              </a:rPr>
              <a:t>The report «التقرير السنوي» is due on 15 March (١٥ مارس).</a:t>
            </a:r>
          </a:p>
        </p:txBody>
      </p:sp>
      <p:sp>
        <p:nvSpPr>
          <p:cNvPr id="5" name="TextBox 4"/>
          <p:cNvSpPr txBox="1"/>
          <p:nvPr/>
        </p:nvSpPr>
        <p:spPr>
          <a:xfrm>
            <a:off x="457200" y="4937760"/>
            <a:ext cx="7315200" cy="731520"/>
          </a:xfrm>
          <a:prstGeom prst="rect">
            <a:avLst/>
          </a:prstGeom>
          <a:noFill/>
        </p:spPr>
        <p:txBody>
          <a:bodyPr wrap="square">
            <a:spAutoFit/>
          </a:bodyPr>
          <a:lstStyle/>
          <a:p>
            <a:pPr algn="l"/>
            <a:r>
              <a:rPr sz="2400" b="0">
                <a:solidFill>
                  <a:srgbClr val="000000"/>
                </a:solidFill>
                <a:latin typeface="Calibri"/>
                <a:hlinkClick r:id="rId2"/>
              </a:rPr>
              <a:t>Link: https://example.com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457200" y="274320"/>
            <a:ext cx="10972800" cy="914400"/>
          </a:xfrm>
          <a:prstGeom prst="rect">
            <a:avLst/>
          </a:prstGeom>
          <a:noFill/>
        </p:spPr>
        <p:txBody>
          <a:bodyPr wrap="square">
            <a:spAutoFit/>
          </a:bodyPr>
          <a:lstStyle/>
          <a:p>
            <a:pPr algn="l"/>
            <a:r>
              <a:rPr sz="3600" b="1">
                <a:solidFill>
                  <a:srgbClr val="FFFFFF"/>
                </a:solidFill>
                <a:latin typeface="Calibri"/>
              </a:rPr>
              <a:t>11. Large image (4000 × 2250)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12. Long text</a:t>
            </a:r>
          </a:p>
        </p:txBody>
      </p:sp>
      <p:sp>
        <p:nvSpPr>
          <p:cNvPr id="3" name="TextBox 2"/>
          <p:cNvSpPr txBox="1"/>
          <p:nvPr/>
        </p:nvSpPr>
        <p:spPr>
          <a:xfrm>
            <a:off x="457200" y="1280160"/>
            <a:ext cx="10972800" cy="5120640"/>
          </a:xfrm>
          <a:prstGeom prst="rect">
            <a:avLst/>
          </a:prstGeom>
          <a:noFill/>
        </p:spPr>
        <p:txBody>
          <a:bodyPr wrap="square">
            <a:spAutoFit/>
          </a:bodyPr>
          <a:lstStyle/>
          <a:p>
            <a:pPr algn="l"/>
            <a:r>
              <a:rPr sz="1800" b="0">
                <a:solidFill>
                  <a:srgbClr val="000000"/>
                </a:solidFill>
                <a:latin typeface="Calibri"/>
              </a:rPr>
              <a:t>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 Long paragraph to test wrapping and overflow.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13. Multiple objects</a:t>
            </a:r>
          </a:p>
        </p:txBody>
      </p:sp>
      <p:sp>
        <p:nvSpPr>
          <p:cNvPr id="3" name="Oval 2"/>
          <p:cNvSpPr/>
          <p:nvPr/>
        </p:nvSpPr>
        <p:spPr>
          <a:xfrm>
            <a:off x="365760" y="1463040"/>
            <a:ext cx="914400" cy="914400"/>
          </a:xfrm>
          <a:prstGeom prst="ellipse">
            <a:avLst/>
          </a:prstGeom>
          <a:solidFill>
            <a:srgbClr val="000000"/>
          </a:solidFill>
        </p:spPr>
        <p:style>
          <a:lnRef idx="1">
            <a:schemeClr val="accent1"/>
          </a:lnRef>
          <a:fillRef idx="3">
            <a:schemeClr val="accent1"/>
          </a:fillRef>
          <a:effectRef idx="2">
            <a:schemeClr val="accent1"/>
          </a:effectRef>
          <a:fontRef idx="minor">
            <a:schemeClr val="lt1"/>
          </a:fontRef>
        </p:style>
        <p:txBody>
          <a:bodyPr rtlCol="0" anchor="ctr"/>
          <a:lstStyle/>
          <a:p>
            <a:r>
              <a:t>1</a:t>
            </a:r>
          </a:p>
        </p:txBody>
      </p:sp>
      <p:sp>
        <p:nvSpPr>
          <p:cNvPr id="4" name="Oval 3"/>
          <p:cNvSpPr/>
          <p:nvPr/>
        </p:nvSpPr>
        <p:spPr>
          <a:xfrm>
            <a:off x="1508760" y="1463040"/>
            <a:ext cx="914400" cy="914400"/>
          </a:xfrm>
          <a:prstGeom prst="ellipse">
            <a:avLst/>
          </a:prstGeom>
          <a:solidFill>
            <a:srgbClr val="255B35"/>
          </a:solidFill>
        </p:spPr>
        <p:style>
          <a:lnRef idx="1">
            <a:schemeClr val="accent1"/>
          </a:lnRef>
          <a:fillRef idx="3">
            <a:schemeClr val="accent1"/>
          </a:fillRef>
          <a:effectRef idx="2">
            <a:schemeClr val="accent1"/>
          </a:effectRef>
          <a:fontRef idx="minor">
            <a:schemeClr val="lt1"/>
          </a:fontRef>
        </p:style>
        <p:txBody>
          <a:bodyPr rtlCol="0" anchor="ctr"/>
          <a:lstStyle/>
          <a:p>
            <a:r>
              <a:t>2</a:t>
            </a:r>
          </a:p>
        </p:txBody>
      </p:sp>
      <p:sp>
        <p:nvSpPr>
          <p:cNvPr id="5" name="Oval 4"/>
          <p:cNvSpPr/>
          <p:nvPr/>
        </p:nvSpPr>
        <p:spPr>
          <a:xfrm>
            <a:off x="2651760" y="1463040"/>
            <a:ext cx="914400" cy="914400"/>
          </a:xfrm>
          <a:prstGeom prst="ellipse">
            <a:avLst/>
          </a:prstGeom>
          <a:solidFill>
            <a:srgbClr val="4AB66A"/>
          </a:solidFill>
        </p:spPr>
        <p:style>
          <a:lnRef idx="1">
            <a:schemeClr val="accent1"/>
          </a:lnRef>
          <a:fillRef idx="3">
            <a:schemeClr val="accent1"/>
          </a:fillRef>
          <a:effectRef idx="2">
            <a:schemeClr val="accent1"/>
          </a:effectRef>
          <a:fontRef idx="minor">
            <a:schemeClr val="lt1"/>
          </a:fontRef>
        </p:style>
        <p:txBody>
          <a:bodyPr rtlCol="0" anchor="ctr"/>
          <a:lstStyle/>
          <a:p>
            <a:r>
              <a:t>3</a:t>
            </a:r>
          </a:p>
        </p:txBody>
      </p:sp>
      <p:sp>
        <p:nvSpPr>
          <p:cNvPr id="6" name="Oval 5"/>
          <p:cNvSpPr/>
          <p:nvPr/>
        </p:nvSpPr>
        <p:spPr>
          <a:xfrm>
            <a:off x="3794760" y="1463040"/>
            <a:ext cx="914400" cy="914400"/>
          </a:xfrm>
          <a:prstGeom prst="ellipse">
            <a:avLst/>
          </a:prstGeom>
          <a:solidFill>
            <a:srgbClr val="6F129F"/>
          </a:solidFill>
        </p:spPr>
        <p:style>
          <a:lnRef idx="1">
            <a:schemeClr val="accent1"/>
          </a:lnRef>
          <a:fillRef idx="3">
            <a:schemeClr val="accent1"/>
          </a:fillRef>
          <a:effectRef idx="2">
            <a:schemeClr val="accent1"/>
          </a:effectRef>
          <a:fontRef idx="minor">
            <a:schemeClr val="lt1"/>
          </a:fontRef>
        </p:style>
        <p:txBody>
          <a:bodyPr rtlCol="0" anchor="ctr"/>
          <a:lstStyle/>
          <a:p>
            <a:r>
              <a:t>4</a:t>
            </a:r>
          </a:p>
        </p:txBody>
      </p:sp>
      <p:sp>
        <p:nvSpPr>
          <p:cNvPr id="7" name="Oval 6"/>
          <p:cNvSpPr/>
          <p:nvPr/>
        </p:nvSpPr>
        <p:spPr>
          <a:xfrm>
            <a:off x="4937760" y="1463040"/>
            <a:ext cx="914400" cy="914400"/>
          </a:xfrm>
          <a:prstGeom prst="ellipse">
            <a:avLst/>
          </a:prstGeom>
          <a:solidFill>
            <a:srgbClr val="946DD4"/>
          </a:solidFill>
        </p:spPr>
        <p:style>
          <a:lnRef idx="1">
            <a:schemeClr val="accent1"/>
          </a:lnRef>
          <a:fillRef idx="3">
            <a:schemeClr val="accent1"/>
          </a:fillRef>
          <a:effectRef idx="2">
            <a:schemeClr val="accent1"/>
          </a:effectRef>
          <a:fontRef idx="minor">
            <a:schemeClr val="lt1"/>
          </a:fontRef>
        </p:style>
        <p:txBody>
          <a:bodyPr rtlCol="0" anchor="ctr"/>
          <a:lstStyle/>
          <a:p>
            <a:r>
              <a:t>5</a:t>
            </a:r>
          </a:p>
        </p:txBody>
      </p:sp>
      <p:sp>
        <p:nvSpPr>
          <p:cNvPr id="8" name="Oval 7"/>
          <p:cNvSpPr/>
          <p:nvPr/>
        </p:nvSpPr>
        <p:spPr>
          <a:xfrm>
            <a:off x="6080760" y="1463040"/>
            <a:ext cx="914400" cy="914400"/>
          </a:xfrm>
          <a:prstGeom prst="ellipse">
            <a:avLst/>
          </a:prstGeom>
          <a:solidFill>
            <a:srgbClr val="B9C80A"/>
          </a:solidFill>
        </p:spPr>
        <p:style>
          <a:lnRef idx="1">
            <a:schemeClr val="accent1"/>
          </a:lnRef>
          <a:fillRef idx="3">
            <a:schemeClr val="accent1"/>
          </a:fillRef>
          <a:effectRef idx="2">
            <a:schemeClr val="accent1"/>
          </a:effectRef>
          <a:fontRef idx="minor">
            <a:schemeClr val="lt1"/>
          </a:fontRef>
        </p:style>
        <p:txBody>
          <a:bodyPr rtlCol="0" anchor="ctr"/>
          <a:lstStyle/>
          <a:p>
            <a:r>
              <a:t>6</a:t>
            </a:r>
          </a:p>
        </p:txBody>
      </p:sp>
      <p:sp>
        <p:nvSpPr>
          <p:cNvPr id="9" name="Oval 8"/>
          <p:cNvSpPr/>
          <p:nvPr/>
        </p:nvSpPr>
        <p:spPr>
          <a:xfrm>
            <a:off x="7223760" y="1463040"/>
            <a:ext cx="914400" cy="914400"/>
          </a:xfrm>
          <a:prstGeom prst="ellipse">
            <a:avLst/>
          </a:prstGeom>
          <a:solidFill>
            <a:srgbClr val="DE243F"/>
          </a:solidFill>
        </p:spPr>
        <p:style>
          <a:lnRef idx="1">
            <a:schemeClr val="accent1"/>
          </a:lnRef>
          <a:fillRef idx="3">
            <a:schemeClr val="accent1"/>
          </a:fillRef>
          <a:effectRef idx="2">
            <a:schemeClr val="accent1"/>
          </a:effectRef>
          <a:fontRef idx="minor">
            <a:schemeClr val="lt1"/>
          </a:fontRef>
        </p:style>
        <p:txBody>
          <a:bodyPr rtlCol="0" anchor="ctr"/>
          <a:lstStyle/>
          <a:p>
            <a:r>
              <a:t>7</a:t>
            </a:r>
          </a:p>
        </p:txBody>
      </p:sp>
      <p:sp>
        <p:nvSpPr>
          <p:cNvPr id="10" name="Oval 9"/>
          <p:cNvSpPr/>
          <p:nvPr/>
        </p:nvSpPr>
        <p:spPr>
          <a:xfrm>
            <a:off x="8366760" y="1463040"/>
            <a:ext cx="914400" cy="914400"/>
          </a:xfrm>
          <a:prstGeom prst="ellipse">
            <a:avLst/>
          </a:prstGeom>
          <a:solidFill>
            <a:srgbClr val="047F74"/>
          </a:solidFill>
        </p:spPr>
        <p:style>
          <a:lnRef idx="1">
            <a:schemeClr val="accent1"/>
          </a:lnRef>
          <a:fillRef idx="3">
            <a:schemeClr val="accent1"/>
          </a:fillRef>
          <a:effectRef idx="2">
            <a:schemeClr val="accent1"/>
          </a:effectRef>
          <a:fontRef idx="minor">
            <a:schemeClr val="lt1"/>
          </a:fontRef>
        </p:style>
        <p:txBody>
          <a:bodyPr rtlCol="0" anchor="ctr"/>
          <a:lstStyle/>
          <a:p>
            <a:r>
              <a:t>8</a:t>
            </a:r>
          </a:p>
        </p:txBody>
      </p:sp>
      <p:sp>
        <p:nvSpPr>
          <p:cNvPr id="11" name="Oval 10"/>
          <p:cNvSpPr/>
          <p:nvPr/>
        </p:nvSpPr>
        <p:spPr>
          <a:xfrm>
            <a:off x="9509760" y="1463040"/>
            <a:ext cx="914400" cy="914400"/>
          </a:xfrm>
          <a:prstGeom prst="ellipse">
            <a:avLst/>
          </a:prstGeom>
          <a:solidFill>
            <a:srgbClr val="29DAA9"/>
          </a:solidFill>
        </p:spPr>
        <p:style>
          <a:lnRef idx="1">
            <a:schemeClr val="accent1"/>
          </a:lnRef>
          <a:fillRef idx="3">
            <a:schemeClr val="accent1"/>
          </a:fillRef>
          <a:effectRef idx="2">
            <a:schemeClr val="accent1"/>
          </a:effectRef>
          <a:fontRef idx="minor">
            <a:schemeClr val="lt1"/>
          </a:fontRef>
        </p:style>
        <p:txBody>
          <a:bodyPr rtlCol="0" anchor="ctr"/>
          <a:lstStyle/>
          <a:p>
            <a:r>
              <a:t>9</a:t>
            </a:r>
          </a:p>
        </p:txBody>
      </p:sp>
      <p:sp>
        <p:nvSpPr>
          <p:cNvPr id="12" name="Oval 11"/>
          <p:cNvSpPr/>
          <p:nvPr/>
        </p:nvSpPr>
        <p:spPr>
          <a:xfrm>
            <a:off x="10652760" y="1463040"/>
            <a:ext cx="914400" cy="914400"/>
          </a:xfrm>
          <a:prstGeom prst="ellipse">
            <a:avLst/>
          </a:prstGeom>
          <a:solidFill>
            <a:srgbClr val="4E36DE"/>
          </a:solidFill>
        </p:spPr>
        <p:style>
          <a:lnRef idx="1">
            <a:schemeClr val="accent1"/>
          </a:lnRef>
          <a:fillRef idx="3">
            <a:schemeClr val="accent1"/>
          </a:fillRef>
          <a:effectRef idx="2">
            <a:schemeClr val="accent1"/>
          </a:effectRef>
          <a:fontRef idx="minor">
            <a:schemeClr val="lt1"/>
          </a:fontRef>
        </p:style>
        <p:txBody>
          <a:bodyPr rtlCol="0" anchor="ctr"/>
          <a:lstStyle/>
          <a:p>
            <a:r>
              <a:t>10</a:t>
            </a:r>
          </a:p>
        </p:txBody>
      </p:sp>
      <p:sp>
        <p:nvSpPr>
          <p:cNvPr id="13" name="Oval 12"/>
          <p:cNvSpPr/>
          <p:nvPr/>
        </p:nvSpPr>
        <p:spPr>
          <a:xfrm>
            <a:off x="365760" y="2743200"/>
            <a:ext cx="914400" cy="914400"/>
          </a:xfrm>
          <a:prstGeom prst="ellipse">
            <a:avLst/>
          </a:prstGeom>
          <a:solidFill>
            <a:srgbClr val="739114"/>
          </a:solidFill>
        </p:spPr>
        <p:style>
          <a:lnRef idx="1">
            <a:schemeClr val="accent1"/>
          </a:lnRef>
          <a:fillRef idx="3">
            <a:schemeClr val="accent1"/>
          </a:fillRef>
          <a:effectRef idx="2">
            <a:schemeClr val="accent1"/>
          </a:effectRef>
          <a:fontRef idx="minor">
            <a:schemeClr val="lt1"/>
          </a:fontRef>
        </p:style>
        <p:txBody>
          <a:bodyPr rtlCol="0" anchor="ctr"/>
          <a:lstStyle/>
          <a:p>
            <a:r>
              <a:t>11</a:t>
            </a:r>
          </a:p>
        </p:txBody>
      </p:sp>
      <p:sp>
        <p:nvSpPr>
          <p:cNvPr id="14" name="Oval 13"/>
          <p:cNvSpPr/>
          <p:nvPr/>
        </p:nvSpPr>
        <p:spPr>
          <a:xfrm>
            <a:off x="1508760" y="2743200"/>
            <a:ext cx="914400" cy="914400"/>
          </a:xfrm>
          <a:prstGeom prst="ellipse">
            <a:avLst/>
          </a:prstGeom>
          <a:solidFill>
            <a:srgbClr val="98EC49"/>
          </a:solidFill>
        </p:spPr>
        <p:style>
          <a:lnRef idx="1">
            <a:schemeClr val="accent1"/>
          </a:lnRef>
          <a:fillRef idx="3">
            <a:schemeClr val="accent1"/>
          </a:fillRef>
          <a:effectRef idx="2">
            <a:schemeClr val="accent1"/>
          </a:effectRef>
          <a:fontRef idx="minor">
            <a:schemeClr val="lt1"/>
          </a:fontRef>
        </p:style>
        <p:txBody>
          <a:bodyPr rtlCol="0" anchor="ctr"/>
          <a:lstStyle/>
          <a:p>
            <a:r>
              <a:t>12</a:t>
            </a:r>
          </a:p>
        </p:txBody>
      </p:sp>
      <p:sp>
        <p:nvSpPr>
          <p:cNvPr id="15" name="Oval 14"/>
          <p:cNvSpPr/>
          <p:nvPr/>
        </p:nvSpPr>
        <p:spPr>
          <a:xfrm>
            <a:off x="2651760" y="2743200"/>
            <a:ext cx="914400" cy="914400"/>
          </a:xfrm>
          <a:prstGeom prst="ellipse">
            <a:avLst/>
          </a:prstGeom>
          <a:solidFill>
            <a:srgbClr val="BD487E"/>
          </a:solidFill>
        </p:spPr>
        <p:style>
          <a:lnRef idx="1">
            <a:schemeClr val="accent1"/>
          </a:lnRef>
          <a:fillRef idx="3">
            <a:schemeClr val="accent1"/>
          </a:fillRef>
          <a:effectRef idx="2">
            <a:schemeClr val="accent1"/>
          </a:effectRef>
          <a:fontRef idx="minor">
            <a:schemeClr val="lt1"/>
          </a:fontRef>
        </p:style>
        <p:txBody>
          <a:bodyPr rtlCol="0" anchor="ctr"/>
          <a:lstStyle/>
          <a:p>
            <a:r>
              <a:t>13</a:t>
            </a:r>
          </a:p>
        </p:txBody>
      </p:sp>
      <p:sp>
        <p:nvSpPr>
          <p:cNvPr id="16" name="Oval 15"/>
          <p:cNvSpPr/>
          <p:nvPr/>
        </p:nvSpPr>
        <p:spPr>
          <a:xfrm>
            <a:off x="3794760" y="2743200"/>
            <a:ext cx="914400" cy="914400"/>
          </a:xfrm>
          <a:prstGeom prst="ellipse">
            <a:avLst/>
          </a:prstGeom>
          <a:solidFill>
            <a:srgbClr val="E2A3B3"/>
          </a:solidFill>
        </p:spPr>
        <p:style>
          <a:lnRef idx="1">
            <a:schemeClr val="accent1"/>
          </a:lnRef>
          <a:fillRef idx="3">
            <a:schemeClr val="accent1"/>
          </a:fillRef>
          <a:effectRef idx="2">
            <a:schemeClr val="accent1"/>
          </a:effectRef>
          <a:fontRef idx="minor">
            <a:schemeClr val="lt1"/>
          </a:fontRef>
        </p:style>
        <p:txBody>
          <a:bodyPr rtlCol="0" anchor="ctr"/>
          <a:lstStyle/>
          <a:p>
            <a:r>
              <a:t>14</a:t>
            </a:r>
          </a:p>
        </p:txBody>
      </p:sp>
      <p:sp>
        <p:nvSpPr>
          <p:cNvPr id="17" name="Oval 16"/>
          <p:cNvSpPr/>
          <p:nvPr/>
        </p:nvSpPr>
        <p:spPr>
          <a:xfrm>
            <a:off x="4937760" y="2743200"/>
            <a:ext cx="914400" cy="914400"/>
          </a:xfrm>
          <a:prstGeom prst="ellipse">
            <a:avLst/>
          </a:prstGeom>
          <a:solidFill>
            <a:srgbClr val="08FEE8"/>
          </a:solidFill>
        </p:spPr>
        <p:style>
          <a:lnRef idx="1">
            <a:schemeClr val="accent1"/>
          </a:lnRef>
          <a:fillRef idx="3">
            <a:schemeClr val="accent1"/>
          </a:fillRef>
          <a:effectRef idx="2">
            <a:schemeClr val="accent1"/>
          </a:effectRef>
          <a:fontRef idx="minor">
            <a:schemeClr val="lt1"/>
          </a:fontRef>
        </p:style>
        <p:txBody>
          <a:bodyPr rtlCol="0" anchor="ctr"/>
          <a:lstStyle/>
          <a:p>
            <a:r>
              <a:t>15</a:t>
            </a:r>
          </a:p>
        </p:txBody>
      </p:sp>
      <p:sp>
        <p:nvSpPr>
          <p:cNvPr id="18" name="Oval 17"/>
          <p:cNvSpPr/>
          <p:nvPr/>
        </p:nvSpPr>
        <p:spPr>
          <a:xfrm>
            <a:off x="6080760" y="2743200"/>
            <a:ext cx="914400" cy="914400"/>
          </a:xfrm>
          <a:prstGeom prst="ellipse">
            <a:avLst/>
          </a:prstGeom>
          <a:solidFill>
            <a:srgbClr val="2D5A1E"/>
          </a:solidFill>
        </p:spPr>
        <p:style>
          <a:lnRef idx="1">
            <a:schemeClr val="accent1"/>
          </a:lnRef>
          <a:fillRef idx="3">
            <a:schemeClr val="accent1"/>
          </a:fillRef>
          <a:effectRef idx="2">
            <a:schemeClr val="accent1"/>
          </a:effectRef>
          <a:fontRef idx="minor">
            <a:schemeClr val="lt1"/>
          </a:fontRef>
        </p:style>
        <p:txBody>
          <a:bodyPr rtlCol="0" anchor="ctr"/>
          <a:lstStyle/>
          <a:p>
            <a:r>
              <a:t>16</a:t>
            </a:r>
          </a:p>
        </p:txBody>
      </p:sp>
      <p:sp>
        <p:nvSpPr>
          <p:cNvPr id="19" name="Oval 18"/>
          <p:cNvSpPr/>
          <p:nvPr/>
        </p:nvSpPr>
        <p:spPr>
          <a:xfrm>
            <a:off x="7223760" y="2743200"/>
            <a:ext cx="914400" cy="914400"/>
          </a:xfrm>
          <a:prstGeom prst="ellipse">
            <a:avLst/>
          </a:prstGeom>
          <a:solidFill>
            <a:srgbClr val="52B553"/>
          </a:solidFill>
        </p:spPr>
        <p:style>
          <a:lnRef idx="1">
            <a:schemeClr val="accent1"/>
          </a:lnRef>
          <a:fillRef idx="3">
            <a:schemeClr val="accent1"/>
          </a:fillRef>
          <a:effectRef idx="2">
            <a:schemeClr val="accent1"/>
          </a:effectRef>
          <a:fontRef idx="minor">
            <a:schemeClr val="lt1"/>
          </a:fontRef>
        </p:style>
        <p:txBody>
          <a:bodyPr rtlCol="0" anchor="ctr"/>
          <a:lstStyle/>
          <a:p>
            <a:r>
              <a:t>17</a:t>
            </a:r>
          </a:p>
        </p:txBody>
      </p:sp>
      <p:sp>
        <p:nvSpPr>
          <p:cNvPr id="20" name="Oval 19"/>
          <p:cNvSpPr/>
          <p:nvPr/>
        </p:nvSpPr>
        <p:spPr>
          <a:xfrm>
            <a:off x="8366760" y="2743200"/>
            <a:ext cx="914400" cy="914400"/>
          </a:xfrm>
          <a:prstGeom prst="ellipse">
            <a:avLst/>
          </a:prstGeom>
          <a:solidFill>
            <a:srgbClr val="771188"/>
          </a:solidFill>
        </p:spPr>
        <p:style>
          <a:lnRef idx="1">
            <a:schemeClr val="accent1"/>
          </a:lnRef>
          <a:fillRef idx="3">
            <a:schemeClr val="accent1"/>
          </a:fillRef>
          <a:effectRef idx="2">
            <a:schemeClr val="accent1"/>
          </a:effectRef>
          <a:fontRef idx="minor">
            <a:schemeClr val="lt1"/>
          </a:fontRef>
        </p:style>
        <p:txBody>
          <a:bodyPr rtlCol="0" anchor="ctr"/>
          <a:lstStyle/>
          <a:p>
            <a:r>
              <a:t>18</a:t>
            </a:r>
          </a:p>
        </p:txBody>
      </p:sp>
      <p:sp>
        <p:nvSpPr>
          <p:cNvPr id="21" name="Oval 20"/>
          <p:cNvSpPr/>
          <p:nvPr/>
        </p:nvSpPr>
        <p:spPr>
          <a:xfrm>
            <a:off x="9509760" y="2743200"/>
            <a:ext cx="914400" cy="914400"/>
          </a:xfrm>
          <a:prstGeom prst="ellipse">
            <a:avLst/>
          </a:prstGeom>
          <a:solidFill>
            <a:srgbClr val="9C6CBD"/>
          </a:solidFill>
        </p:spPr>
        <p:style>
          <a:lnRef idx="1">
            <a:schemeClr val="accent1"/>
          </a:lnRef>
          <a:fillRef idx="3">
            <a:schemeClr val="accent1"/>
          </a:fillRef>
          <a:effectRef idx="2">
            <a:schemeClr val="accent1"/>
          </a:effectRef>
          <a:fontRef idx="minor">
            <a:schemeClr val="lt1"/>
          </a:fontRef>
        </p:style>
        <p:txBody>
          <a:bodyPr rtlCol="0" anchor="ctr"/>
          <a:lstStyle/>
          <a:p>
            <a:r>
              <a:t>19</a:t>
            </a:r>
          </a:p>
        </p:txBody>
      </p:sp>
      <p:sp>
        <p:nvSpPr>
          <p:cNvPr id="22" name="Oval 21"/>
          <p:cNvSpPr/>
          <p:nvPr/>
        </p:nvSpPr>
        <p:spPr>
          <a:xfrm>
            <a:off x="10652760" y="2743200"/>
            <a:ext cx="914400" cy="914400"/>
          </a:xfrm>
          <a:prstGeom prst="ellipse">
            <a:avLst/>
          </a:prstGeom>
          <a:solidFill>
            <a:srgbClr val="C1C7F2"/>
          </a:solidFill>
        </p:spPr>
        <p:style>
          <a:lnRef idx="1">
            <a:schemeClr val="accent1"/>
          </a:lnRef>
          <a:fillRef idx="3">
            <a:schemeClr val="accent1"/>
          </a:fillRef>
          <a:effectRef idx="2">
            <a:schemeClr val="accent1"/>
          </a:effectRef>
          <a:fontRef idx="minor">
            <a:schemeClr val="lt1"/>
          </a:fontRef>
        </p:style>
        <p:txBody>
          <a:bodyPr rtlCol="0" anchor="ctr"/>
          <a:lstStyle/>
          <a:p>
            <a:r>
              <a:t>20</a:t>
            </a:r>
          </a:p>
        </p:txBody>
      </p:sp>
      <p:sp>
        <p:nvSpPr>
          <p:cNvPr id="23" name="Oval 22"/>
          <p:cNvSpPr/>
          <p:nvPr/>
        </p:nvSpPr>
        <p:spPr>
          <a:xfrm>
            <a:off x="365760" y="4023360"/>
            <a:ext cx="914400" cy="914400"/>
          </a:xfrm>
          <a:prstGeom prst="ellipse">
            <a:avLst/>
          </a:prstGeom>
          <a:solidFill>
            <a:srgbClr val="E62328"/>
          </a:solidFill>
        </p:spPr>
        <p:style>
          <a:lnRef idx="1">
            <a:schemeClr val="accent1"/>
          </a:lnRef>
          <a:fillRef idx="3">
            <a:schemeClr val="accent1"/>
          </a:fillRef>
          <a:effectRef idx="2">
            <a:schemeClr val="accent1"/>
          </a:effectRef>
          <a:fontRef idx="minor">
            <a:schemeClr val="lt1"/>
          </a:fontRef>
        </p:style>
        <p:txBody>
          <a:bodyPr rtlCol="0" anchor="ctr"/>
          <a:lstStyle/>
          <a:p>
            <a:r>
              <a:t>21</a:t>
            </a:r>
          </a:p>
        </p:txBody>
      </p:sp>
      <p:sp>
        <p:nvSpPr>
          <p:cNvPr id="24" name="Oval 23"/>
          <p:cNvSpPr/>
          <p:nvPr/>
        </p:nvSpPr>
        <p:spPr>
          <a:xfrm>
            <a:off x="1508760" y="4023360"/>
            <a:ext cx="914400" cy="914400"/>
          </a:xfrm>
          <a:prstGeom prst="ellipse">
            <a:avLst/>
          </a:prstGeom>
          <a:solidFill>
            <a:srgbClr val="0C7E5D"/>
          </a:solidFill>
        </p:spPr>
        <p:style>
          <a:lnRef idx="1">
            <a:schemeClr val="accent1"/>
          </a:lnRef>
          <a:fillRef idx="3">
            <a:schemeClr val="accent1"/>
          </a:fillRef>
          <a:effectRef idx="2">
            <a:schemeClr val="accent1"/>
          </a:effectRef>
          <a:fontRef idx="minor">
            <a:schemeClr val="lt1"/>
          </a:fontRef>
        </p:style>
        <p:txBody>
          <a:bodyPr rtlCol="0" anchor="ctr"/>
          <a:lstStyle/>
          <a:p>
            <a:r>
              <a:t>22</a:t>
            </a:r>
          </a:p>
        </p:txBody>
      </p:sp>
      <p:sp>
        <p:nvSpPr>
          <p:cNvPr id="25" name="Oval 24"/>
          <p:cNvSpPr/>
          <p:nvPr/>
        </p:nvSpPr>
        <p:spPr>
          <a:xfrm>
            <a:off x="2651760" y="4023360"/>
            <a:ext cx="914400" cy="914400"/>
          </a:xfrm>
          <a:prstGeom prst="ellipse">
            <a:avLst/>
          </a:prstGeom>
          <a:solidFill>
            <a:srgbClr val="31D992"/>
          </a:solidFill>
        </p:spPr>
        <p:style>
          <a:lnRef idx="1">
            <a:schemeClr val="accent1"/>
          </a:lnRef>
          <a:fillRef idx="3">
            <a:schemeClr val="accent1"/>
          </a:fillRef>
          <a:effectRef idx="2">
            <a:schemeClr val="accent1"/>
          </a:effectRef>
          <a:fontRef idx="minor">
            <a:schemeClr val="lt1"/>
          </a:fontRef>
        </p:style>
        <p:txBody>
          <a:bodyPr rtlCol="0" anchor="ctr"/>
          <a:lstStyle/>
          <a:p>
            <a:r>
              <a:t>23</a:t>
            </a:r>
          </a:p>
        </p:txBody>
      </p:sp>
      <p:sp>
        <p:nvSpPr>
          <p:cNvPr id="26" name="Oval 25"/>
          <p:cNvSpPr/>
          <p:nvPr/>
        </p:nvSpPr>
        <p:spPr>
          <a:xfrm>
            <a:off x="3794760" y="4023360"/>
            <a:ext cx="914400" cy="914400"/>
          </a:xfrm>
          <a:prstGeom prst="ellipse">
            <a:avLst/>
          </a:prstGeom>
          <a:solidFill>
            <a:srgbClr val="5635C7"/>
          </a:solidFill>
        </p:spPr>
        <p:style>
          <a:lnRef idx="1">
            <a:schemeClr val="accent1"/>
          </a:lnRef>
          <a:fillRef idx="3">
            <a:schemeClr val="accent1"/>
          </a:fillRef>
          <a:effectRef idx="2">
            <a:schemeClr val="accent1"/>
          </a:effectRef>
          <a:fontRef idx="minor">
            <a:schemeClr val="lt1"/>
          </a:fontRef>
        </p:style>
        <p:txBody>
          <a:bodyPr rtlCol="0" anchor="ctr"/>
          <a:lstStyle/>
          <a:p>
            <a:r>
              <a:t>24</a:t>
            </a:r>
          </a:p>
        </p:txBody>
      </p:sp>
      <p:sp>
        <p:nvSpPr>
          <p:cNvPr id="27" name="Oval 26"/>
          <p:cNvSpPr/>
          <p:nvPr/>
        </p:nvSpPr>
        <p:spPr>
          <a:xfrm>
            <a:off x="4937760" y="4023360"/>
            <a:ext cx="914400" cy="914400"/>
          </a:xfrm>
          <a:prstGeom prst="ellipse">
            <a:avLst/>
          </a:prstGeom>
          <a:solidFill>
            <a:srgbClr val="7B90FC"/>
          </a:solidFill>
        </p:spPr>
        <p:style>
          <a:lnRef idx="1">
            <a:schemeClr val="accent1"/>
          </a:lnRef>
          <a:fillRef idx="3">
            <a:schemeClr val="accent1"/>
          </a:fillRef>
          <a:effectRef idx="2">
            <a:schemeClr val="accent1"/>
          </a:effectRef>
          <a:fontRef idx="minor">
            <a:schemeClr val="lt1"/>
          </a:fontRef>
        </p:style>
        <p:txBody>
          <a:bodyPr rtlCol="0" anchor="ctr"/>
          <a:lstStyle/>
          <a:p>
            <a:r>
              <a:t>25</a:t>
            </a:r>
          </a:p>
        </p:txBody>
      </p:sp>
      <p:sp>
        <p:nvSpPr>
          <p:cNvPr id="28" name="Oval 27"/>
          <p:cNvSpPr/>
          <p:nvPr/>
        </p:nvSpPr>
        <p:spPr>
          <a:xfrm>
            <a:off x="6080760" y="4023360"/>
            <a:ext cx="914400" cy="914400"/>
          </a:xfrm>
          <a:prstGeom prst="ellipse">
            <a:avLst/>
          </a:prstGeom>
          <a:solidFill>
            <a:srgbClr val="A0EB32"/>
          </a:solidFill>
        </p:spPr>
        <p:style>
          <a:lnRef idx="1">
            <a:schemeClr val="accent1"/>
          </a:lnRef>
          <a:fillRef idx="3">
            <a:schemeClr val="accent1"/>
          </a:fillRef>
          <a:effectRef idx="2">
            <a:schemeClr val="accent1"/>
          </a:effectRef>
          <a:fontRef idx="minor">
            <a:schemeClr val="lt1"/>
          </a:fontRef>
        </p:style>
        <p:txBody>
          <a:bodyPr rtlCol="0" anchor="ctr"/>
          <a:lstStyle/>
          <a:p>
            <a:r>
              <a:t>26</a:t>
            </a:r>
          </a:p>
        </p:txBody>
      </p:sp>
      <p:sp>
        <p:nvSpPr>
          <p:cNvPr id="29" name="Oval 28"/>
          <p:cNvSpPr/>
          <p:nvPr/>
        </p:nvSpPr>
        <p:spPr>
          <a:xfrm>
            <a:off x="7223760" y="4023360"/>
            <a:ext cx="914400" cy="914400"/>
          </a:xfrm>
          <a:prstGeom prst="ellipse">
            <a:avLst/>
          </a:prstGeom>
          <a:solidFill>
            <a:srgbClr val="C54767"/>
          </a:solidFill>
        </p:spPr>
        <p:style>
          <a:lnRef idx="1">
            <a:schemeClr val="accent1"/>
          </a:lnRef>
          <a:fillRef idx="3">
            <a:schemeClr val="accent1"/>
          </a:fillRef>
          <a:effectRef idx="2">
            <a:schemeClr val="accent1"/>
          </a:effectRef>
          <a:fontRef idx="minor">
            <a:schemeClr val="lt1"/>
          </a:fontRef>
        </p:style>
        <p:txBody>
          <a:bodyPr rtlCol="0" anchor="ctr"/>
          <a:lstStyle/>
          <a:p>
            <a:r>
              <a:t>27</a:t>
            </a:r>
          </a:p>
        </p:txBody>
      </p:sp>
      <p:sp>
        <p:nvSpPr>
          <p:cNvPr id="30" name="Oval 29"/>
          <p:cNvSpPr/>
          <p:nvPr/>
        </p:nvSpPr>
        <p:spPr>
          <a:xfrm>
            <a:off x="8366760" y="4023360"/>
            <a:ext cx="914400" cy="914400"/>
          </a:xfrm>
          <a:prstGeom prst="ellipse">
            <a:avLst/>
          </a:prstGeom>
          <a:solidFill>
            <a:srgbClr val="EAA29C"/>
          </a:solidFill>
        </p:spPr>
        <p:style>
          <a:lnRef idx="1">
            <a:schemeClr val="accent1"/>
          </a:lnRef>
          <a:fillRef idx="3">
            <a:schemeClr val="accent1"/>
          </a:fillRef>
          <a:effectRef idx="2">
            <a:schemeClr val="accent1"/>
          </a:effectRef>
          <a:fontRef idx="minor">
            <a:schemeClr val="lt1"/>
          </a:fontRef>
        </p:style>
        <p:txBody>
          <a:bodyPr rtlCol="0" anchor="ctr"/>
          <a:lstStyle/>
          <a:p>
            <a:r>
              <a:t>28</a:t>
            </a:r>
          </a:p>
        </p:txBody>
      </p:sp>
      <p:sp>
        <p:nvSpPr>
          <p:cNvPr id="31" name="Oval 30"/>
          <p:cNvSpPr/>
          <p:nvPr/>
        </p:nvSpPr>
        <p:spPr>
          <a:xfrm>
            <a:off x="9509760" y="4023360"/>
            <a:ext cx="914400" cy="914400"/>
          </a:xfrm>
          <a:prstGeom prst="ellipse">
            <a:avLst/>
          </a:prstGeom>
          <a:solidFill>
            <a:srgbClr val="10FDD1"/>
          </a:solidFill>
        </p:spPr>
        <p:style>
          <a:lnRef idx="1">
            <a:schemeClr val="accent1"/>
          </a:lnRef>
          <a:fillRef idx="3">
            <a:schemeClr val="accent1"/>
          </a:fillRef>
          <a:effectRef idx="2">
            <a:schemeClr val="accent1"/>
          </a:effectRef>
          <a:fontRef idx="minor">
            <a:schemeClr val="lt1"/>
          </a:fontRef>
        </p:style>
        <p:txBody>
          <a:bodyPr rtlCol="0" anchor="ctr"/>
          <a:lstStyle/>
          <a:p>
            <a:r>
              <a:t>29</a:t>
            </a:r>
          </a:p>
        </p:txBody>
      </p:sp>
      <p:sp>
        <p:nvSpPr>
          <p:cNvPr id="32" name="Oval 31"/>
          <p:cNvSpPr/>
          <p:nvPr/>
        </p:nvSpPr>
        <p:spPr>
          <a:xfrm>
            <a:off x="10652760" y="4023360"/>
            <a:ext cx="914400" cy="914400"/>
          </a:xfrm>
          <a:prstGeom prst="ellipse">
            <a:avLst/>
          </a:prstGeom>
          <a:solidFill>
            <a:srgbClr val="355907"/>
          </a:solidFill>
        </p:spPr>
        <p:style>
          <a:lnRef idx="1">
            <a:schemeClr val="accent1"/>
          </a:lnRef>
          <a:fillRef idx="3">
            <a:schemeClr val="accent1"/>
          </a:fillRef>
          <a:effectRef idx="2">
            <a:schemeClr val="accent1"/>
          </a:effectRef>
          <a:fontRef idx="minor">
            <a:schemeClr val="lt1"/>
          </a:fontRef>
        </p:style>
        <p:txBody>
          <a:bodyPr rtlCol="0" anchor="ctr"/>
          <a:lstStyle/>
          <a:p>
            <a:r>
              <a:t>30</a:t>
            </a:r>
          </a:p>
        </p:txBody>
      </p:sp>
      <p:sp>
        <p:nvSpPr>
          <p:cNvPr id="33" name="Oval 32"/>
          <p:cNvSpPr/>
          <p:nvPr/>
        </p:nvSpPr>
        <p:spPr>
          <a:xfrm>
            <a:off x="365760" y="5303519"/>
            <a:ext cx="914400" cy="914400"/>
          </a:xfrm>
          <a:prstGeom prst="ellipse">
            <a:avLst/>
          </a:prstGeom>
          <a:solidFill>
            <a:srgbClr val="5AB43C"/>
          </a:solidFill>
        </p:spPr>
        <p:style>
          <a:lnRef idx="1">
            <a:schemeClr val="accent1"/>
          </a:lnRef>
          <a:fillRef idx="3">
            <a:schemeClr val="accent1"/>
          </a:fillRef>
          <a:effectRef idx="2">
            <a:schemeClr val="accent1"/>
          </a:effectRef>
          <a:fontRef idx="minor">
            <a:schemeClr val="lt1"/>
          </a:fontRef>
        </p:style>
        <p:txBody>
          <a:bodyPr rtlCol="0" anchor="ctr"/>
          <a:lstStyle/>
          <a:p>
            <a:r>
              <a:t>31</a:t>
            </a:r>
          </a:p>
        </p:txBody>
      </p:sp>
      <p:sp>
        <p:nvSpPr>
          <p:cNvPr id="34" name="Oval 33"/>
          <p:cNvSpPr/>
          <p:nvPr/>
        </p:nvSpPr>
        <p:spPr>
          <a:xfrm>
            <a:off x="1508760" y="5303519"/>
            <a:ext cx="914400" cy="914400"/>
          </a:xfrm>
          <a:prstGeom prst="ellipse">
            <a:avLst/>
          </a:prstGeom>
          <a:solidFill>
            <a:srgbClr val="7F1071"/>
          </a:solidFill>
        </p:spPr>
        <p:style>
          <a:lnRef idx="1">
            <a:schemeClr val="accent1"/>
          </a:lnRef>
          <a:fillRef idx="3">
            <a:schemeClr val="accent1"/>
          </a:fillRef>
          <a:effectRef idx="2">
            <a:schemeClr val="accent1"/>
          </a:effectRef>
          <a:fontRef idx="minor">
            <a:schemeClr val="lt1"/>
          </a:fontRef>
        </p:style>
        <p:txBody>
          <a:bodyPr rtlCol="0" anchor="ctr"/>
          <a:lstStyle/>
          <a:p>
            <a:r>
              <a:t>32</a:t>
            </a:r>
          </a:p>
        </p:txBody>
      </p:sp>
      <p:sp>
        <p:nvSpPr>
          <p:cNvPr id="35" name="Oval 34"/>
          <p:cNvSpPr/>
          <p:nvPr/>
        </p:nvSpPr>
        <p:spPr>
          <a:xfrm>
            <a:off x="2651760" y="5303519"/>
            <a:ext cx="914400" cy="914400"/>
          </a:xfrm>
          <a:prstGeom prst="ellipse">
            <a:avLst/>
          </a:prstGeom>
          <a:solidFill>
            <a:srgbClr val="A46BA6"/>
          </a:solidFill>
        </p:spPr>
        <p:style>
          <a:lnRef idx="1">
            <a:schemeClr val="accent1"/>
          </a:lnRef>
          <a:fillRef idx="3">
            <a:schemeClr val="accent1"/>
          </a:fillRef>
          <a:effectRef idx="2">
            <a:schemeClr val="accent1"/>
          </a:effectRef>
          <a:fontRef idx="minor">
            <a:schemeClr val="lt1"/>
          </a:fontRef>
        </p:style>
        <p:txBody>
          <a:bodyPr rtlCol="0" anchor="ctr"/>
          <a:lstStyle/>
          <a:p>
            <a:r>
              <a:t>33</a:t>
            </a:r>
          </a:p>
        </p:txBody>
      </p:sp>
      <p:sp>
        <p:nvSpPr>
          <p:cNvPr id="36" name="Oval 35"/>
          <p:cNvSpPr/>
          <p:nvPr/>
        </p:nvSpPr>
        <p:spPr>
          <a:xfrm>
            <a:off x="3794760" y="5303519"/>
            <a:ext cx="914400" cy="914400"/>
          </a:xfrm>
          <a:prstGeom prst="ellipse">
            <a:avLst/>
          </a:prstGeom>
          <a:solidFill>
            <a:srgbClr val="C9C6DB"/>
          </a:solidFill>
        </p:spPr>
        <p:style>
          <a:lnRef idx="1">
            <a:schemeClr val="accent1"/>
          </a:lnRef>
          <a:fillRef idx="3">
            <a:schemeClr val="accent1"/>
          </a:fillRef>
          <a:effectRef idx="2">
            <a:schemeClr val="accent1"/>
          </a:effectRef>
          <a:fontRef idx="minor">
            <a:schemeClr val="lt1"/>
          </a:fontRef>
        </p:style>
        <p:txBody>
          <a:bodyPr rtlCol="0" anchor="ctr"/>
          <a:lstStyle/>
          <a:p>
            <a:r>
              <a:t>34</a:t>
            </a:r>
          </a:p>
        </p:txBody>
      </p:sp>
      <p:sp>
        <p:nvSpPr>
          <p:cNvPr id="37" name="Oval 36"/>
          <p:cNvSpPr/>
          <p:nvPr/>
        </p:nvSpPr>
        <p:spPr>
          <a:xfrm>
            <a:off x="4937760" y="5303519"/>
            <a:ext cx="914400" cy="914400"/>
          </a:xfrm>
          <a:prstGeom prst="ellipse">
            <a:avLst/>
          </a:prstGeom>
          <a:solidFill>
            <a:srgbClr val="EE2211"/>
          </a:solidFill>
        </p:spPr>
        <p:style>
          <a:lnRef idx="1">
            <a:schemeClr val="accent1"/>
          </a:lnRef>
          <a:fillRef idx="3">
            <a:schemeClr val="accent1"/>
          </a:fillRef>
          <a:effectRef idx="2">
            <a:schemeClr val="accent1"/>
          </a:effectRef>
          <a:fontRef idx="minor">
            <a:schemeClr val="lt1"/>
          </a:fontRef>
        </p:style>
        <p:txBody>
          <a:bodyPr rtlCol="0" anchor="ctr"/>
          <a:lstStyle/>
          <a:p>
            <a:r>
              <a:t>35</a:t>
            </a:r>
          </a:p>
        </p:txBody>
      </p:sp>
      <p:sp>
        <p:nvSpPr>
          <p:cNvPr id="38" name="Oval 37"/>
          <p:cNvSpPr/>
          <p:nvPr/>
        </p:nvSpPr>
        <p:spPr>
          <a:xfrm>
            <a:off x="6080760" y="5303519"/>
            <a:ext cx="914400" cy="914400"/>
          </a:xfrm>
          <a:prstGeom prst="ellipse">
            <a:avLst/>
          </a:prstGeom>
          <a:solidFill>
            <a:srgbClr val="147D46"/>
          </a:solidFill>
        </p:spPr>
        <p:style>
          <a:lnRef idx="1">
            <a:schemeClr val="accent1"/>
          </a:lnRef>
          <a:fillRef idx="3">
            <a:schemeClr val="accent1"/>
          </a:fillRef>
          <a:effectRef idx="2">
            <a:schemeClr val="accent1"/>
          </a:effectRef>
          <a:fontRef idx="minor">
            <a:schemeClr val="lt1"/>
          </a:fontRef>
        </p:style>
        <p:txBody>
          <a:bodyPr rtlCol="0" anchor="ctr"/>
          <a:lstStyle/>
          <a:p>
            <a:r>
              <a:t>36</a:t>
            </a:r>
          </a:p>
        </p:txBody>
      </p:sp>
      <p:sp>
        <p:nvSpPr>
          <p:cNvPr id="39" name="Oval 38"/>
          <p:cNvSpPr/>
          <p:nvPr/>
        </p:nvSpPr>
        <p:spPr>
          <a:xfrm>
            <a:off x="7223760" y="5303519"/>
            <a:ext cx="914400" cy="914400"/>
          </a:xfrm>
          <a:prstGeom prst="ellipse">
            <a:avLst/>
          </a:prstGeom>
          <a:solidFill>
            <a:srgbClr val="39D87B"/>
          </a:solidFill>
        </p:spPr>
        <p:style>
          <a:lnRef idx="1">
            <a:schemeClr val="accent1"/>
          </a:lnRef>
          <a:fillRef idx="3">
            <a:schemeClr val="accent1"/>
          </a:fillRef>
          <a:effectRef idx="2">
            <a:schemeClr val="accent1"/>
          </a:effectRef>
          <a:fontRef idx="minor">
            <a:schemeClr val="lt1"/>
          </a:fontRef>
        </p:style>
        <p:txBody>
          <a:bodyPr rtlCol="0" anchor="ctr"/>
          <a:lstStyle/>
          <a:p>
            <a:r>
              <a:t>37</a:t>
            </a:r>
          </a:p>
        </p:txBody>
      </p:sp>
      <p:sp>
        <p:nvSpPr>
          <p:cNvPr id="40" name="Oval 39"/>
          <p:cNvSpPr/>
          <p:nvPr/>
        </p:nvSpPr>
        <p:spPr>
          <a:xfrm>
            <a:off x="8366760" y="5303519"/>
            <a:ext cx="914400" cy="914400"/>
          </a:xfrm>
          <a:prstGeom prst="ellipse">
            <a:avLst/>
          </a:prstGeom>
          <a:solidFill>
            <a:srgbClr val="5E34B0"/>
          </a:solidFill>
        </p:spPr>
        <p:style>
          <a:lnRef idx="1">
            <a:schemeClr val="accent1"/>
          </a:lnRef>
          <a:fillRef idx="3">
            <a:schemeClr val="accent1"/>
          </a:fillRef>
          <a:effectRef idx="2">
            <a:schemeClr val="accent1"/>
          </a:effectRef>
          <a:fontRef idx="minor">
            <a:schemeClr val="lt1"/>
          </a:fontRef>
        </p:style>
        <p:txBody>
          <a:bodyPr rtlCol="0" anchor="ctr"/>
          <a:lstStyle/>
          <a:p>
            <a:r>
              <a:t>38</a:t>
            </a:r>
          </a:p>
        </p:txBody>
      </p:sp>
      <p:sp>
        <p:nvSpPr>
          <p:cNvPr id="41" name="Oval 40"/>
          <p:cNvSpPr/>
          <p:nvPr/>
        </p:nvSpPr>
        <p:spPr>
          <a:xfrm>
            <a:off x="9509760" y="5303519"/>
            <a:ext cx="914400" cy="914400"/>
          </a:xfrm>
          <a:prstGeom prst="ellipse">
            <a:avLst/>
          </a:prstGeom>
          <a:solidFill>
            <a:srgbClr val="838FE5"/>
          </a:solidFill>
        </p:spPr>
        <p:style>
          <a:lnRef idx="1">
            <a:schemeClr val="accent1"/>
          </a:lnRef>
          <a:fillRef idx="3">
            <a:schemeClr val="accent1"/>
          </a:fillRef>
          <a:effectRef idx="2">
            <a:schemeClr val="accent1"/>
          </a:effectRef>
          <a:fontRef idx="minor">
            <a:schemeClr val="lt1"/>
          </a:fontRef>
        </p:style>
        <p:txBody>
          <a:bodyPr rtlCol="0" anchor="ctr"/>
          <a:lstStyle/>
          <a:p>
            <a:r>
              <a:t>39</a:t>
            </a:r>
          </a:p>
        </p:txBody>
      </p:sp>
      <p:sp>
        <p:nvSpPr>
          <p:cNvPr id="42" name="Oval 41"/>
          <p:cNvSpPr/>
          <p:nvPr/>
        </p:nvSpPr>
        <p:spPr>
          <a:xfrm>
            <a:off x="10652760" y="5303519"/>
            <a:ext cx="914400" cy="914400"/>
          </a:xfrm>
          <a:prstGeom prst="ellipse">
            <a:avLst/>
          </a:prstGeom>
          <a:solidFill>
            <a:srgbClr val="A8EA1B"/>
          </a:solidFill>
        </p:spPr>
        <p:style>
          <a:lnRef idx="1">
            <a:schemeClr val="accent1"/>
          </a:lnRef>
          <a:fillRef idx="3">
            <a:schemeClr val="accent1"/>
          </a:fillRef>
          <a:effectRef idx="2">
            <a:schemeClr val="accent1"/>
          </a:effectRef>
          <a:fontRef idx="minor">
            <a:schemeClr val="lt1"/>
          </a:fontRef>
        </p:style>
        <p:txBody>
          <a:bodyPr rtlCol="0" anchor="ctr"/>
          <a:lstStyle/>
          <a:p>
            <a:r>
              <a:t>40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77295" cy="914400"/>
          </a:xfrm>
          <a:prstGeom prst="rect">
            <a:avLst/>
          </a:prstGeom>
          <a:noFill/>
        </p:spPr>
        <p:txBody>
          <a:bodyPr wrap="square">
            <a:spAutoFit/>
          </a:bodyPr>
          <a:lstStyle/>
          <a:p>
            <a:pPr algn="l"/>
            <a:r>
              <a:rPr sz="3600" b="1">
                <a:solidFill>
                  <a:srgbClr val="000000"/>
                </a:solidFill>
                <a:latin typeface="Calibri"/>
              </a:rPr>
              <a:t>14. Complex layout</a:t>
            </a:r>
          </a:p>
        </p:txBody>
      </p:sp>
      <p:sp>
        <p:nvSpPr>
          <p:cNvPr id="3" name="Rounded Rectangle 2"/>
          <p:cNvSpPr/>
          <p:nvPr/>
        </p:nvSpPr>
        <p:spPr>
          <a:xfrm>
            <a:off x="914400" y="1463040"/>
            <a:ext cx="4572000" cy="2194560"/>
          </a:xfrm>
          <a:prstGeom prst="roundRect">
            <a:avLst/>
          </a:prstGeom>
          <a:solidFill>
            <a:srgbClr val="C85078"/>
          </a:solidFill>
        </p:spPr>
        <p:style>
          <a:lnRef idx="1">
            <a:schemeClr val="accent1"/>
          </a:lnRef>
          <a:fillRef idx="3">
            <a:schemeClr val="accent1"/>
          </a:fillRef>
          <a:effectRef idx="2">
            <a:schemeClr val="accent1"/>
          </a:effectRef>
          <a:fontRef idx="minor">
            <a:schemeClr val="lt1"/>
          </a:fontRef>
        </p:style>
        <p:txBody>
          <a:bodyPr rtlCol="0" anchor="ctr"/>
          <a:lstStyle/>
          <a:p>
            <a:r>
              <a:t>Layer 1 — طبقة 1</a:t>
            </a:r>
          </a:p>
        </p:txBody>
      </p:sp>
      <p:sp>
        <p:nvSpPr>
          <p:cNvPr id="4" name="Rounded Rectangle 3"/>
          <p:cNvSpPr/>
          <p:nvPr/>
        </p:nvSpPr>
        <p:spPr>
          <a:xfrm rot="480000">
            <a:off x="2194560" y="2011680"/>
            <a:ext cx="4572000" cy="2194560"/>
          </a:xfrm>
          <a:prstGeom prst="roundRect">
            <a:avLst/>
          </a:prstGeom>
          <a:solidFill>
            <a:srgbClr val="AF6478"/>
          </a:solidFill>
        </p:spPr>
        <p:style>
          <a:lnRef idx="1">
            <a:schemeClr val="accent1"/>
          </a:lnRef>
          <a:fillRef idx="3">
            <a:schemeClr val="accent1"/>
          </a:fillRef>
          <a:effectRef idx="2">
            <a:schemeClr val="accent1"/>
          </a:effectRef>
          <a:fontRef idx="minor">
            <a:schemeClr val="lt1"/>
          </a:fontRef>
        </p:style>
        <p:txBody>
          <a:bodyPr rtlCol="0" anchor="ctr"/>
          <a:lstStyle/>
          <a:p>
            <a:r>
              <a:t>Layer 2 — طبقة 2</a:t>
            </a:r>
          </a:p>
        </p:txBody>
      </p:sp>
      <p:sp>
        <p:nvSpPr>
          <p:cNvPr id="5" name="Rounded Rectangle 4"/>
          <p:cNvSpPr/>
          <p:nvPr/>
        </p:nvSpPr>
        <p:spPr>
          <a:xfrm rot="960000">
            <a:off x="3474720" y="2560320"/>
            <a:ext cx="4572000" cy="2194560"/>
          </a:xfrm>
          <a:prstGeom prst="roundRect">
            <a:avLst/>
          </a:prstGeom>
          <a:solidFill>
            <a:srgbClr val="967878"/>
          </a:solidFill>
        </p:spPr>
        <p:style>
          <a:lnRef idx="1">
            <a:schemeClr val="accent1"/>
          </a:lnRef>
          <a:fillRef idx="3">
            <a:schemeClr val="accent1"/>
          </a:fillRef>
          <a:effectRef idx="2">
            <a:schemeClr val="accent1"/>
          </a:effectRef>
          <a:fontRef idx="minor">
            <a:schemeClr val="lt1"/>
          </a:fontRef>
        </p:style>
        <p:txBody>
          <a:bodyPr rtlCol="0" anchor="ctr"/>
          <a:lstStyle/>
          <a:p>
            <a:r>
              <a:t>Layer 3 — طبقة 3</a:t>
            </a:r>
          </a:p>
        </p:txBody>
      </p:sp>
      <p:sp>
        <p:nvSpPr>
          <p:cNvPr id="6" name="Rounded Rectangle 5"/>
          <p:cNvSpPr/>
          <p:nvPr/>
        </p:nvSpPr>
        <p:spPr>
          <a:xfrm rot="1440000">
            <a:off x="4754879" y="3108960"/>
            <a:ext cx="4572000" cy="2194560"/>
          </a:xfrm>
          <a:prstGeom prst="roundRect">
            <a:avLst/>
          </a:prstGeom>
          <a:solidFill>
            <a:srgbClr val="7D8C78"/>
          </a:solidFill>
        </p:spPr>
        <p:style>
          <a:lnRef idx="1">
            <a:schemeClr val="accent1"/>
          </a:lnRef>
          <a:fillRef idx="3">
            <a:schemeClr val="accent1"/>
          </a:fillRef>
          <a:effectRef idx="2">
            <a:schemeClr val="accent1"/>
          </a:effectRef>
          <a:fontRef idx="minor">
            <a:schemeClr val="lt1"/>
          </a:fontRef>
        </p:style>
        <p:txBody>
          <a:bodyPr rtlCol="0" anchor="ctr"/>
          <a:lstStyle/>
          <a:p>
            <a:r>
              <a:t>Layer 4 — طبقة 4</a:t>
            </a:r>
          </a:p>
        </p:txBody>
      </p:sp>
      <p:sp>
        <p:nvSpPr>
          <p:cNvPr id="7" name="Rounded Rectangle 6"/>
          <p:cNvSpPr/>
          <p:nvPr/>
        </p:nvSpPr>
        <p:spPr>
          <a:xfrm rot="1920000">
            <a:off x="6035040" y="3657600"/>
            <a:ext cx="4572000" cy="2194560"/>
          </a:xfrm>
          <a:prstGeom prst="roundRect">
            <a:avLst/>
          </a:prstGeom>
          <a:solidFill>
            <a:srgbClr val="64A078"/>
          </a:solidFill>
        </p:spPr>
        <p:style>
          <a:lnRef idx="1">
            <a:schemeClr val="accent1"/>
          </a:lnRef>
          <a:fillRef idx="3">
            <a:schemeClr val="accent1"/>
          </a:fillRef>
          <a:effectRef idx="2">
            <a:schemeClr val="accent1"/>
          </a:effectRef>
          <a:fontRef idx="minor">
            <a:schemeClr val="lt1"/>
          </a:fontRef>
        </p:style>
        <p:txBody>
          <a:bodyPr rtlCol="0" anchor="ctr"/>
          <a:lstStyle/>
          <a:p>
            <a:r>
              <a:t>Layer 5 — طبقة 5</a:t>
            </a:r>
          </a:p>
        </p:txBody>
      </p:sp>
      <p:sp>
        <p:nvSpPr>
          <p:cNvPr id="8" name="Rounded Rectangle 7"/>
          <p:cNvSpPr/>
          <p:nvPr/>
        </p:nvSpPr>
        <p:spPr>
          <a:xfrm rot="2400000">
            <a:off x="7315200" y="4206240"/>
            <a:ext cx="4572000" cy="2194560"/>
          </a:xfrm>
          <a:prstGeom prst="roundRect">
            <a:avLst/>
          </a:prstGeom>
          <a:solidFill>
            <a:srgbClr val="4BB478"/>
          </a:solidFill>
        </p:spPr>
        <p:style>
          <a:lnRef idx="1">
            <a:schemeClr val="accent1"/>
          </a:lnRef>
          <a:fillRef idx="3">
            <a:schemeClr val="accent1"/>
          </a:fillRef>
          <a:effectRef idx="2">
            <a:schemeClr val="accent1"/>
          </a:effectRef>
          <a:fontRef idx="minor">
            <a:schemeClr val="lt1"/>
          </a:fontRef>
        </p:style>
        <p:txBody>
          <a:bodyPr rtlCol="0" anchor="ctr"/>
          <a:lstStyle/>
          <a:p>
            <a:r>
              <a:t>Layer 6 — طبقة 6</a:t>
            </a:r>
          </a:p>
        </p:txBody>
      </p:sp>
      <p:pic>
        <p:nvPicPr>
          <p:cNvPr id="9" name="Picture 8" descr="image.png"/>
          <p:cNvPicPr>
            <a:picLocks noChangeAspect="1"/>
          </p:cNvPicPr>
          <p:nvPr/>
        </p:nvPicPr>
        <p:blipFill>
          <a:blip r:embed="rId2"/>
          <a:stretch>
            <a:fillRect/>
          </a:stretch>
        </p:blipFill>
        <p:spPr>
          <a:xfrm>
            <a:off x="8686800" y="3200400"/>
            <a:ext cx="2743200" cy="27432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785A"/>
        </a:solidFill>
        <a:effectLst/>
      </p:bgPr>
    </p:bg>
    <p:spTree>
      <p:nvGrpSpPr>
        <p:cNvPr id="1" name=""/>
        <p:cNvGrpSpPr/>
        <p:nvPr/>
      </p:nvGrpSpPr>
      <p:grpSpPr/>
      <p:sp>
        <p:nvSpPr>
          <p:cNvPr id="2" name="TextBox 1"/>
          <p:cNvSpPr txBox="1"/>
          <p:nvPr/>
        </p:nvSpPr>
        <p:spPr>
          <a:xfrm>
            <a:off x="457200" y="2743200"/>
            <a:ext cx="11277295" cy="1371600"/>
          </a:xfrm>
          <a:prstGeom prst="rect">
            <a:avLst/>
          </a:prstGeom>
          <a:noFill/>
        </p:spPr>
        <p:txBody>
          <a:bodyPr wrap="square">
            <a:spAutoFit/>
          </a:bodyPr>
          <a:lstStyle/>
          <a:p>
            <a:pPr algn="ctr"/>
            <a:r>
              <a:rPr sz="4400" b="1">
                <a:solidFill>
                  <a:srgbClr val="FFFFFF"/>
                </a:solidFill>
                <a:latin typeface="Calibri"/>
              </a:rPr>
              <a:t>15. Final slide — الشريحة الأخيرة</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