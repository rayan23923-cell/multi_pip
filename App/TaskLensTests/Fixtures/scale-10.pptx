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1 — الشريحة 1</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2 — الشريحة 2</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3 — الشريحة 3</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4 — الشريحة 4</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5 — الشريحة 5</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6 — الشريحة 6</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7 — الشريحة 7</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8 — الشريحة 8</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9 — الشريحة 9</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10 — الشريحة 10</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