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 — الشريحة 1</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2 — الشريحة 2</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3 — الشريحة 3</a:t>
            </a:r>
          </a:p>
        </p:txBody>
      </p:sp>
      <p:pic>
        <p:nvPicPr>
          <p:cNvPr id="3" name="Picture 2" descr="image.jpg"/>
          <p:cNvPicPr>
            <a:picLocks noChangeAspect="1"/>
          </p:cNvPicPr>
          <p:nvPr/>
        </p:nvPicPr>
        <p:blipFill>
          <a:blip r:embed="rId2"/>
          <a:stretch>
            <a:fillRect/>
          </a:stretch>
        </p:blipFill>
        <p:spPr>
          <a:xfrm>
            <a:off x="457200" y="1371600"/>
            <a:ext cx="731520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4 — الشريحة 4</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5 — الشريحة 5</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6 — الشريحة 6</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7 — الشريحة 7</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8 — الشريحة 8</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9 — الشريحة 9</a:t>
            </a:r>
          </a:p>
        </p:txBody>
      </p:sp>
      <p:sp>
        <p:nvSpPr>
          <p:cNvPr id="3" name="TextBox 2"/>
          <p:cNvSpPr txBox="1"/>
          <p:nvPr/>
        </p:nvSpPr>
        <p:spPr>
          <a:xfrm>
            <a:off x="457200" y="1371600"/>
            <a:ext cx="11277295" cy="3657600"/>
          </a:xfrm>
          <a:prstGeom prst="rect">
            <a:avLst/>
          </a:prstGeom>
          <a:noFill/>
        </p:spPr>
        <p:txBody>
          <a:bodyPr wrap="square">
            <a:spAutoFit/>
          </a:bodyPr>
          <a:lstStyle/>
          <a:p>
            <a:pPr algn="r" rtl="1"/>
            <a:r>
              <a:rPr sz="2000" lang="ar-SA">
                <a:latin typeface="Arial"/>
              </a:rPr>
              <a:t>هذا نص عربي للاختبار. هذا نص عربي للاختبار. هذا نص عربي للاختبار. هذا نص عربي للاختبار. هذا نص عربي للاختبار. هذا نص عربي للاختبار. هذا نص عربي للاختبار. هذا نص عربي للاختبار.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1097280"/>
          </a:xfrm>
          <a:prstGeom prst="rect">
            <a:avLst/>
          </a:prstGeom>
          <a:noFill/>
        </p:spPr>
        <p:txBody>
          <a:bodyPr wrap="square">
            <a:spAutoFit/>
          </a:bodyPr>
          <a:lstStyle/>
          <a:p>
            <a:pPr algn="l"/>
            <a:r>
              <a:rPr sz="3600">
                <a:latin typeface="Arial"/>
              </a:rPr>
              <a:t>Slide 10 — الشريحة 10</a:t>
            </a:r>
          </a:p>
        </p:txBody>
      </p:sp>
      <p:sp>
        <p:nvSpPr>
          <p:cNvPr id="3" name="TextBox 2"/>
          <p:cNvSpPr txBox="1"/>
          <p:nvPr/>
        </p:nvSpPr>
        <p:spPr>
          <a:xfrm>
            <a:off x="457200" y="1371600"/>
            <a:ext cx="11277295" cy="3657600"/>
          </a:xfrm>
          <a:prstGeom prst="rect">
            <a:avLst/>
          </a:prstGeom>
          <a:noFill/>
        </p:spPr>
        <p:txBody>
          <a:bodyPr wrap="square">
            <a:spAutoFit/>
          </a:bodyPr>
          <a:lstStyle/>
          <a:p>
            <a:pPr algn="l"/>
            <a:r>
              <a:rPr sz="2000">
                <a:latin typeface="Arial"/>
              </a:rPr>
              <a:t>English body text for the test. English body text for the test. English body text for the test. English body text for the test. English body text for the test. English body text for the test. English body text for the test. English body text for the test.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