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1 — الشريحة 1</a:t>
            </a:r>
          </a:p>
        </p:txBody>
      </p:sp>
      <p:sp>
        <p:nvSpPr>
          <p:cNvPr id="3" name="TextBox 2"/>
          <p:cNvSpPr txBox="1"/>
          <p:nvPr/>
        </p:nvSpPr>
        <p:spPr>
          <a:xfrm>
            <a:off x="457200" y="1371600"/>
            <a:ext cx="11277295" cy="3657600"/>
          </a:xfrm>
          <a:prstGeom prst="rect">
            <a:avLst/>
          </a:prstGeom>
          <a:noFill/>
        </p:spPr>
        <p:txBody>
          <a:bodyPr wrap="square">
            <a:spAutoFit/>
          </a:bodyPr>
          <a:lstStyle/>
          <a:p>
            <a:pPr algn="r" rtl="1"/>
            <a:r>
              <a:rPr sz="2000" lang="ar-SA">
                <a:latin typeface="Arial"/>
              </a:rPr>
              <a:t>هذا نص عربي للاختبار. هذا نص عربي للاختبار. هذا نص عربي للاختبار. هذا نص عربي للاختبار. هذا نص عربي للاختبار. هذا نص عربي للاختبار. هذا نص عربي للاختبار. هذا نص عربي للاختبار.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2 — الشريحة 2</a:t>
            </a:r>
          </a:p>
        </p:txBody>
      </p:sp>
      <p:sp>
        <p:nvSpPr>
          <p:cNvPr id="3" name="TextBox 2"/>
          <p:cNvSpPr txBox="1"/>
          <p:nvPr/>
        </p:nvSpPr>
        <p:spPr>
          <a:xfrm>
            <a:off x="457200" y="1371600"/>
            <a:ext cx="11277295" cy="3657600"/>
          </a:xfrm>
          <a:prstGeom prst="rect">
            <a:avLst/>
          </a:prstGeom>
          <a:noFill/>
        </p:spPr>
        <p:txBody>
          <a:bodyPr wrap="square">
            <a:spAutoFit/>
          </a:bodyPr>
          <a:lstStyle/>
          <a:p>
            <a:pPr algn="l"/>
            <a:r>
              <a:rPr sz="2000">
                <a:latin typeface="Arial"/>
              </a:rPr>
              <a:t>English body text for the test. English body text for the test. English body text for the test. English body text for the test. English body text for the test. English body text for the test. English body text for the test. English body text for the test.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3 — الشريحة 3</a:t>
            </a:r>
          </a:p>
        </p:txBody>
      </p:sp>
      <p:pic>
        <p:nvPicPr>
          <p:cNvPr id="3" name="Picture 2" descr="image.jpg"/>
          <p:cNvPicPr>
            <a:picLocks noChangeAspect="1"/>
          </p:cNvPicPr>
          <p:nvPr/>
        </p:nvPicPr>
        <p:blipFill>
          <a:blip r:embed="rId2"/>
          <a:stretch>
            <a:fillRect/>
          </a:stretch>
        </p:blipFill>
        <p:spPr>
          <a:xfrm>
            <a:off x="457200" y="1371600"/>
            <a:ext cx="7315200" cy="41148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