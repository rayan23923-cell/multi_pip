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 for slide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with speaker notes 1 of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has speaker notes.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with speaker notes 2 of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has speaker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with speaker notes 3 of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has speaker notes.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Deck with speaker notes 4 of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deck has speaker notes.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