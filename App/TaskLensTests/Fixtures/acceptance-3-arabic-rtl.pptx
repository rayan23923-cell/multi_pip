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العرض التقديمي العربي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هذه هي الشريحة رقم 1 من 5.</a:t>
            </a:r>
          </a:p>
          <a:p>
            <a:pPr rtl="1" algn="r"/>
            <a:r>
              <a:t>سطر ثانٍ للتحقق من الاتجاه.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الشريحة الثانية: نص من اليمين إلى اليسار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هذه هي الشريحة رقم 2 من 5.</a:t>
            </a:r>
          </a:p>
          <a:p>
            <a:pPr rtl="1" algn="r"/>
            <a:r>
              <a:t>سطر ثانٍ للتحقق من الاتجاه.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الشريحة الثالثة: أرقام ١٢٣ و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هذه هي الشريحة رقم 3 من 5.</a:t>
            </a:r>
          </a:p>
          <a:p>
            <a:pPr rtl="1" algn="r"/>
            <a:r>
              <a:t>سطر ثانٍ للتحقق من الاتجاه.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الشريحة الرابعة: English داخل النص العربي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هذه هي الشريحة رقم 4 من 5.</a:t>
            </a:r>
          </a:p>
          <a:p>
            <a:pPr rtl="1" algn="r"/>
            <a:r>
              <a:t>سطر ثانٍ للتحقق من الاتجاه.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الشريحة الأخيرة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هذه هي الشريحة رقم 5 من 5.</a:t>
            </a:r>
          </a:p>
          <a:p>
            <a:pPr rtl="1" algn="r"/>
            <a:r>
              <a:t>سطر ثانٍ للتحقق من الاتجاه.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