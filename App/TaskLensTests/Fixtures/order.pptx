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9" r:id="rId10"/>
    <p:sldId id="256" r:id="rId7"/>
    <p:sldId id="260" r:id="rId11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>
                <a:solidFill>
                  <a:srgbClr val="FFFFFF"/>
                </a:solidFill>
                <a:latin typeface="Arial"/>
              </a:rPr>
              <a:t>Slide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C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>
                <a:solidFill>
                  <a:srgbClr val="FFFFFF"/>
                </a:solidFill>
                <a:latin typeface="Arial"/>
              </a:rPr>
              <a:t>Slide 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81EA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>
                <a:solidFill>
                  <a:srgbClr val="FFFFFF"/>
                </a:solidFill>
                <a:latin typeface="Arial"/>
              </a:rPr>
              <a:t>Slide 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A0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>
                <a:solidFill>
                  <a:srgbClr val="FFFFFF"/>
                </a:solidFill>
                <a:latin typeface="Arial"/>
              </a:rPr>
              <a:t>Slide 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C8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>
                <a:solidFill>
                  <a:srgbClr val="FFFFFF"/>
                </a:solidFill>
                <a:latin typeface="Arial"/>
              </a:rPr>
              <a:t>Slide 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