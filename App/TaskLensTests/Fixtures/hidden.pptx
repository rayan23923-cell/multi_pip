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>
                <a:solidFill>
                  <a:srgbClr val="FFFFFF"/>
                </a:solidFill>
                <a:latin typeface="Arial"/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1EA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>
                <a:solidFill>
                  <a:srgbClr val="FFFFFF"/>
                </a:solidFill>
                <a:latin typeface="Arial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>
                <a:solidFill>
                  <a:srgbClr val="FFFFFF"/>
                </a:solidFill>
                <a:latin typeface="Arial"/>
              </a:rPr>
              <a:t>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