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1 of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Plain text on slide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2 of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Plain text on slide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3 of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Plain text on slide 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