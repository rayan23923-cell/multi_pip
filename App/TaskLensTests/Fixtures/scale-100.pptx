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 — الشريحة 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 — الشريحة 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 — الشريحة 3</a:t>
            </a:r>
          </a:p>
        </p:txBody>
      </p:sp>
      <p:pic>
        <p:nvPicPr>
          <p:cNvPr id="3" name="Picture 2" descr="image.jpg"/>
          <p:cNvPicPr>
            <a:picLocks noChangeAspect="1"/>
          </p:cNvPicPr>
          <p:nvPr/>
        </p:nvPicPr>
        <p:blipFill>
          <a:blip r:embed="rId2"/>
          <a:stretch>
            <a:fillRect/>
          </a:stretch>
        </p:blipFill>
        <p:spPr>
          <a:xfrm>
            <a:off x="457200" y="1371600"/>
            <a:ext cx="73152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 — الشريحة 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 — الشريحة 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 — الشريحة 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 — الشريحة 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 — الشريحة 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 — الشريحة 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10 — الشريحة 10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11 — الشريحة 11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12 — الشريحة 12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13 — الشريحة 13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14 — الشريحة 14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15 — الشريحة 15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16 — الشريحة 16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17 — الشريحة 17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18 — الشريحة 18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19 — الشريحة 19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20 — الشريحة 20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21 — الشريحة 21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22 — الشريحة 22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23 — الشريحة 23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24 — الشريحة 24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25 — الشريحة 25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26 — الشريحة 26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27 — الشريحة 27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28 — الشريحة 28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29 — الشريحة 29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30 — الشريحة 30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31 — الشريحة 31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32 — الشريحة 32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33 — الشريحة 33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34 — الشريحة 34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35 — الشريحة 35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36 — الشريحة 36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37 — الشريحة 37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38 — الشريحة 38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39 — الشريحة 39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40 — الشريحة 40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41 — الشريحة 41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42 — الشريحة 42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43 — الشريحة 43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44 — الشريحة 44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45 — الشريحة 45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46 — الشريحة 46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47 — الشريحة 47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48 — الشريحة 48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49 — الشريحة 49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50 — الشريحة 50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51 — الشريحة 51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52 — الشريحة 52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53 — الشريحة 53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54 — الشريحة 54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55 — الشريحة 55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56 — الشريحة 56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57 — الشريحة 57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58 — الشريحة 58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59 — الشريحة 59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60 — الشريحة 60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61 — الشريحة 61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62 — الشريحة 62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63 — الشريحة 63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64 — الشريحة 64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65 — الشريحة 65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66 — الشريحة 66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67 — الشريحة 67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68 — الشريحة 68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69 — الشريحة 69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70 — الشريحة 70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71 — الشريحة 71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72 — الشريحة 72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73 — الشريحة 73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74 — الشريحة 74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75 — الشريحة 75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76 — الشريحة 76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77 — الشريحة 77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78 — الشريحة 78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79 — الشريحة 79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80 — الشريحة 80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81 — الشريحة 81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82 — الشريحة 82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83 — الشريحة 83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84 — الشريحة 84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85 — الشريحة 85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86 — الشريحة 86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87 — الشريحة 87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88 — الشريحة 88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89 — الشريحة 89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90 — الشريحة 90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91 — الشريحة 91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92 — الشريحة 92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93 — الشريحة 93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94 — الشريحة 94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95 — الشريحة 95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96 — الشريحة 96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97 — الشريحة 97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98 — الشريحة 98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99 — الشريحة 99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100 — الشريحة 100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