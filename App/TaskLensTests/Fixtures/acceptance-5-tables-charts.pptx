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34</c:v>
                </c:pt>
                <c:pt idx="2">
                  <c:v>27</c:v>
                </c:pt>
                <c:pt idx="3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34</c:v>
                </c:pt>
                <c:pt idx="2">
                  <c:v>27</c:v>
                </c:pt>
                <c:pt idx="3">
                  <c:v>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34</c:v>
                </c:pt>
                <c:pt idx="2">
                  <c:v>27</c:v>
                </c:pt>
                <c:pt idx="3">
                  <c:v>42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 of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Region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Region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Region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Region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2 of 2 (Arabic)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914400">
                <a:tc>
                  <a:txBody>
                    <a:bodyPr/>
                    <a:lstStyle/>
                    <a:p>
                      <a:r>
                        <a:t>المنطقة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الربع الأول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الربع الثاني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الرياض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جدة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