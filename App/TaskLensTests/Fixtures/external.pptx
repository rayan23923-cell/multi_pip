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Ext" Type="http://schemas.openxmlformats.org/officeDocument/2006/relationships/image" Target="https://example.invalid/tasklens-blocked.png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>
                <a:latin typeface="Arial"/>
              </a:rPr>
              <a:t>External picture link (blocked)</a:t>
            </a:r>
          </a:p>
        </p:txBody>
      </p:sp>
      <p:pic>
        <p:nvPicPr>
          <p:cNvPr id="9" name="Linked"/>
          <p:cNvPicPr/>
          <p:nvPr/>
        </p:nvPicPr>
        <p:blipFill>
          <a:blip r:link="rIdExt"/>
          <a:stretch>
            <a:fillRect/>
          </a:stretch>
        </p:blipFill>
        <p:spPr>
          <a:xfrm>
            <a:off x="914400" y="1828800"/>
            <a:ext cx="3657600" cy="2057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